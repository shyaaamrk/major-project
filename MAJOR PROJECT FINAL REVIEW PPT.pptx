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theme/theme3.xml" ContentType="application/vnd.openxmlformats-officedocument.theme+xml"/>
  <Override PartName="/ppt/slideLayouts/slideLayout1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 id="2147483660" r:id="rId2"/>
    <p:sldMasterId id="2147483661" r:id="rId3"/>
    <p:sldMasterId id="2147483662" r:id="rId4"/>
  </p:sldMasterIdLst>
  <p:notesMasterIdLst>
    <p:notesMasterId r:id="rId28"/>
  </p:notesMasterIdLst>
  <p:sldIdLst>
    <p:sldId id="256" r:id="rId5"/>
    <p:sldId id="257" r:id="rId6"/>
    <p:sldId id="258" r:id="rId7"/>
    <p:sldId id="259" r:id="rId8"/>
    <p:sldId id="260" r:id="rId9"/>
    <p:sldId id="261" r:id="rId10"/>
    <p:sldId id="262" r:id="rId11"/>
    <p:sldId id="263" r:id="rId12"/>
    <p:sldId id="264" r:id="rId13"/>
    <p:sldId id="266" r:id="rId14"/>
    <p:sldId id="267" r:id="rId15"/>
    <p:sldId id="268" r:id="rId16"/>
    <p:sldId id="269" r:id="rId17"/>
    <p:sldId id="270" r:id="rId18"/>
    <p:sldId id="272" r:id="rId19"/>
    <p:sldId id="273" r:id="rId20"/>
    <p:sldId id="276" r:id="rId21"/>
    <p:sldId id="277" r:id="rId22"/>
    <p:sldId id="278" r:id="rId23"/>
    <p:sldId id="279" r:id="rId24"/>
    <p:sldId id="282" r:id="rId25"/>
    <p:sldId id="284" r:id="rId26"/>
    <p:sldId id="285" r:id="rId27"/>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4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9" autoAdjust="0"/>
  </p:normalViewPr>
  <p:slideViewPr>
    <p:cSldViewPr snapToGrid="0">
      <p:cViewPr varScale="1">
        <p:scale>
          <a:sx n="55" d="100"/>
          <a:sy n="55" d="100"/>
        </p:scale>
        <p:origin x="658" y="53"/>
      </p:cViewPr>
      <p:guideLst>
        <p:guide orient="horz" pos="2160"/>
        <p:guide pos="2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465"/>
        <p:cNvGrpSpPr/>
        <p:nvPr/>
      </p:nvGrpSpPr>
      <p:grpSpPr>
        <a:xfrm>
          <a:off x="0" y="0"/>
          <a:ext cx="0" cy="0"/>
          <a:chOff x="0" y="0"/>
          <a:chExt cx="0" cy="0"/>
        </a:xfrm>
      </p:grpSpPr>
      <p:sp>
        <p:nvSpPr>
          <p:cNvPr id="466" name="Google Shape;466;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67" name="Google Shape;467;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3" name="Google Shape;57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9" name="Google Shape;5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8" name="Google Shape;59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7" name="Google Shape;60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6" name="Google Shape;61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5" name="Google Shape;62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6" name="Google Shape;63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5" name="Google Shape;64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4" name="Google Shape;65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3" name="Google Shape;67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7" name="Google Shape;68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1" name="Google Shape;70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6" name="Google Shape;71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9" name="Google Shape;72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US"/>
          </a:p>
        </p:txBody>
      </p:sp>
      <p:sp>
        <p:nvSpPr>
          <p:cNvPr id="756" name="Google Shape;756;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US"/>
          </a:p>
        </p:txBody>
      </p:sp>
      <p:sp>
        <p:nvSpPr>
          <p:cNvPr id="772" name="Google Shape;772;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0" name="Google Shape;820;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2" name="Google Shape;832;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2"/>
        <p:cNvGrpSpPr/>
        <p:nvPr/>
      </p:nvGrpSpPr>
      <p:grpSpPr>
        <a:xfrm>
          <a:off x="0" y="0"/>
          <a:ext cx="0" cy="0"/>
          <a:chOff x="0" y="0"/>
          <a:chExt cx="0" cy="0"/>
        </a:xfrm>
      </p:grpSpPr>
      <p:sp>
        <p:nvSpPr>
          <p:cNvPr id="843" name="Google Shape;843;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4" name="Google Shape;844;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6" name="Google Shape;856;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0" name="Google Shape;890;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4" name="Google Shape;914;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1" name="Google Shape;921;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75"/>
        <p:cNvGrpSpPr/>
        <p:nvPr/>
      </p:nvGrpSpPr>
      <p:grpSpPr>
        <a:xfrm>
          <a:off x="0" y="0"/>
          <a:ext cx="0" cy="0"/>
          <a:chOff x="0" y="0"/>
          <a:chExt cx="0" cy="0"/>
        </a:xfrm>
      </p:grpSpPr>
      <p:sp>
        <p:nvSpPr>
          <p:cNvPr id="476" name="Google Shape;476;p2"/>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77" name="Google Shape;477;p2"/>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78" name="Google Shape;478;p2"/>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1pPr>
            <a:lvl2pPr marL="0" marR="0" lvl="1"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2pPr>
            <a:lvl3pPr marL="0" marR="0" lvl="2"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3pPr>
            <a:lvl4pPr marL="0" marR="0" lvl="3"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4pPr>
            <a:lvl5pPr marL="0" marR="0" lvl="4"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5pPr>
            <a:lvl6pPr marL="0" marR="0" lvl="5"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6pPr>
            <a:lvl7pPr marL="0" marR="0" lvl="6"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7pPr>
            <a:lvl8pPr marL="0" marR="0" lvl="7"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8pPr>
            <a:lvl9pPr marL="0" marR="0" lvl="8"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88"/>
        <p:cNvGrpSpPr/>
        <p:nvPr/>
      </p:nvGrpSpPr>
      <p:grpSpPr>
        <a:xfrm>
          <a:off x="0" y="0"/>
          <a:ext cx="0" cy="0"/>
          <a:chOff x="0" y="0"/>
          <a:chExt cx="0" cy="0"/>
        </a:xfrm>
      </p:grpSpPr>
      <p:sp>
        <p:nvSpPr>
          <p:cNvPr id="489" name="Google Shape;489;p4"/>
          <p:cNvSpPr txBox="1">
            <a:spLocks noGrp="1"/>
          </p:cNvSpPr>
          <p:nvPr>
            <p:ph type="title"/>
          </p:nvPr>
        </p:nvSpPr>
        <p:spPr>
          <a:xfrm rot="5400000">
            <a:off x="-1028700" y="3086100"/>
            <a:ext cx="7429500" cy="42291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490" name="Google Shape;490;p4"/>
          <p:cNvSpPr txBox="1">
            <a:spLocks noGrp="1"/>
          </p:cNvSpPr>
          <p:nvPr>
            <p:ph type="body" idx="1"/>
          </p:nvPr>
        </p:nvSpPr>
        <p:spPr>
          <a:xfrm rot="5400000">
            <a:off x="7447818" y="-342930"/>
            <a:ext cx="7680900" cy="109728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800"/>
              </a:spcBef>
              <a:spcAft>
                <a:spcPts val="0"/>
              </a:spcAft>
              <a:buSzPts val="1800"/>
              <a:buChar char="●"/>
              <a:defRPr/>
            </a:lvl1pPr>
            <a:lvl2pPr marL="914400" lvl="1" indent="-342900" algn="l" rtl="0">
              <a:lnSpc>
                <a:spcPct val="90000"/>
              </a:lnSpc>
              <a:spcBef>
                <a:spcPts val="375"/>
              </a:spcBef>
              <a:spcAft>
                <a:spcPts val="0"/>
              </a:spcAft>
              <a:buSzPts val="1800"/>
              <a:buChar char="●"/>
              <a:defRPr/>
            </a:lvl2pPr>
            <a:lvl3pPr marL="1371600" lvl="2" indent="-342900" algn="l" rtl="0">
              <a:lnSpc>
                <a:spcPct val="90000"/>
              </a:lnSpc>
              <a:spcBef>
                <a:spcPts val="375"/>
              </a:spcBef>
              <a:spcAft>
                <a:spcPts val="0"/>
              </a:spcAft>
              <a:buSzPts val="1800"/>
              <a:buChar char="●"/>
              <a:defRPr/>
            </a:lvl3pPr>
            <a:lvl4pPr marL="1828800" lvl="3" indent="-342900" algn="l" rtl="0">
              <a:lnSpc>
                <a:spcPct val="90000"/>
              </a:lnSpc>
              <a:spcBef>
                <a:spcPts val="375"/>
              </a:spcBef>
              <a:spcAft>
                <a:spcPts val="0"/>
              </a:spcAft>
              <a:buSzPts val="1800"/>
              <a:buChar char="●"/>
              <a:defRPr/>
            </a:lvl4pPr>
            <a:lvl5pPr marL="2286000" lvl="4" indent="-342900" algn="l" rtl="0">
              <a:lnSpc>
                <a:spcPct val="90000"/>
              </a:lnSpc>
              <a:spcBef>
                <a:spcPts val="375"/>
              </a:spcBef>
              <a:spcAft>
                <a:spcPts val="0"/>
              </a:spcAft>
              <a:buSzPts val="1800"/>
              <a:buChar char="●"/>
              <a:defRPr/>
            </a:lvl5pPr>
            <a:lvl6pPr marL="2743200" lvl="5" indent="-342900" algn="l" rtl="0">
              <a:lnSpc>
                <a:spcPct val="90000"/>
              </a:lnSpc>
              <a:spcBef>
                <a:spcPts val="375"/>
              </a:spcBef>
              <a:spcAft>
                <a:spcPts val="0"/>
              </a:spcAft>
              <a:buSzPts val="1800"/>
              <a:buChar char="●"/>
              <a:defRPr/>
            </a:lvl6pPr>
            <a:lvl7pPr marL="3200400" lvl="6" indent="-342900" algn="l" rtl="0">
              <a:lnSpc>
                <a:spcPct val="90000"/>
              </a:lnSpc>
              <a:spcBef>
                <a:spcPts val="375"/>
              </a:spcBef>
              <a:spcAft>
                <a:spcPts val="0"/>
              </a:spcAft>
              <a:buSzPts val="1800"/>
              <a:buChar char="●"/>
              <a:defRPr/>
            </a:lvl7pPr>
            <a:lvl8pPr marL="3657600" lvl="7" indent="-342900" algn="l" rtl="0">
              <a:lnSpc>
                <a:spcPct val="90000"/>
              </a:lnSpc>
              <a:spcBef>
                <a:spcPts val="375"/>
              </a:spcBef>
              <a:spcAft>
                <a:spcPts val="0"/>
              </a:spcAft>
              <a:buSzPts val="1800"/>
              <a:buChar char="●"/>
              <a:defRPr/>
            </a:lvl8pPr>
            <a:lvl9pPr marL="4114800" lvl="8" indent="-342900" algn="l" rtl="0">
              <a:lnSpc>
                <a:spcPct val="90000"/>
              </a:lnSpc>
              <a:spcBef>
                <a:spcPts val="375"/>
              </a:spcBef>
              <a:spcAft>
                <a:spcPts val="375"/>
              </a:spcAft>
              <a:buSzPts val="1800"/>
              <a:buChar char="●"/>
              <a:defRPr/>
            </a:lvl9pPr>
          </a:lstStyle>
          <a:p>
            <a:endParaRPr/>
          </a:p>
        </p:txBody>
      </p:sp>
      <p:sp>
        <p:nvSpPr>
          <p:cNvPr id="491" name="Google Shape;491;p4"/>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92" name="Google Shape;492;p4"/>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93" name="Google Shape;493;p4"/>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1pPr>
            <a:lvl2pPr marL="0" marR="0" lvl="1"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2pPr>
            <a:lvl3pPr marL="0" marR="0" lvl="2"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3pPr>
            <a:lvl4pPr marL="0" marR="0" lvl="3"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4pPr>
            <a:lvl5pPr marL="0" marR="0" lvl="4"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5pPr>
            <a:lvl6pPr marL="0" marR="0" lvl="5"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6pPr>
            <a:lvl7pPr marL="0" marR="0" lvl="6"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7pPr>
            <a:lvl8pPr marL="0" marR="0" lvl="7"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8pPr>
            <a:lvl9pPr marL="0" marR="0" lvl="8"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94"/>
        <p:cNvGrpSpPr/>
        <p:nvPr/>
      </p:nvGrpSpPr>
      <p:grpSpPr>
        <a:xfrm>
          <a:off x="0" y="0"/>
          <a:ext cx="0" cy="0"/>
          <a:chOff x="0" y="0"/>
          <a:chExt cx="0" cy="0"/>
        </a:xfrm>
      </p:grpSpPr>
      <p:sp>
        <p:nvSpPr>
          <p:cNvPr id="495" name="Google Shape;495;p5"/>
          <p:cNvSpPr txBox="1">
            <a:spLocks noGrp="1"/>
          </p:cNvSpPr>
          <p:nvPr>
            <p:ph type="title"/>
          </p:nvPr>
        </p:nvSpPr>
        <p:spPr>
          <a:xfrm>
            <a:off x="379412" y="1685925"/>
            <a:ext cx="4421100" cy="6900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496" name="Google Shape;496;p5"/>
          <p:cNvSpPr txBox="1">
            <a:spLocks noGrp="1"/>
          </p:cNvSpPr>
          <p:nvPr>
            <p:ph type="body" idx="1"/>
          </p:nvPr>
        </p:nvSpPr>
        <p:spPr>
          <a:xfrm rot="5400000">
            <a:off x="7443050" y="-350100"/>
            <a:ext cx="7681800" cy="109728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800"/>
              </a:spcBef>
              <a:spcAft>
                <a:spcPts val="0"/>
              </a:spcAft>
              <a:buSzPts val="1800"/>
              <a:buChar char="●"/>
              <a:defRPr/>
            </a:lvl1pPr>
            <a:lvl2pPr marL="914400" lvl="1" indent="-342900" algn="l" rtl="0">
              <a:lnSpc>
                <a:spcPct val="90000"/>
              </a:lnSpc>
              <a:spcBef>
                <a:spcPts val="375"/>
              </a:spcBef>
              <a:spcAft>
                <a:spcPts val="0"/>
              </a:spcAft>
              <a:buSzPts val="1800"/>
              <a:buChar char="●"/>
              <a:defRPr/>
            </a:lvl2pPr>
            <a:lvl3pPr marL="1371600" lvl="2" indent="-342900" algn="l" rtl="0">
              <a:lnSpc>
                <a:spcPct val="90000"/>
              </a:lnSpc>
              <a:spcBef>
                <a:spcPts val="375"/>
              </a:spcBef>
              <a:spcAft>
                <a:spcPts val="0"/>
              </a:spcAft>
              <a:buSzPts val="1800"/>
              <a:buChar char="●"/>
              <a:defRPr/>
            </a:lvl3pPr>
            <a:lvl4pPr marL="1828800" lvl="3" indent="-342900" algn="l" rtl="0">
              <a:lnSpc>
                <a:spcPct val="90000"/>
              </a:lnSpc>
              <a:spcBef>
                <a:spcPts val="375"/>
              </a:spcBef>
              <a:spcAft>
                <a:spcPts val="0"/>
              </a:spcAft>
              <a:buSzPts val="1800"/>
              <a:buChar char="●"/>
              <a:defRPr/>
            </a:lvl4pPr>
            <a:lvl5pPr marL="2286000" lvl="4" indent="-342900" algn="l" rtl="0">
              <a:lnSpc>
                <a:spcPct val="90000"/>
              </a:lnSpc>
              <a:spcBef>
                <a:spcPts val="375"/>
              </a:spcBef>
              <a:spcAft>
                <a:spcPts val="0"/>
              </a:spcAft>
              <a:buSzPts val="1800"/>
              <a:buChar char="●"/>
              <a:defRPr/>
            </a:lvl5pPr>
            <a:lvl6pPr marL="2743200" lvl="5" indent="-342900" algn="l" rtl="0">
              <a:lnSpc>
                <a:spcPct val="90000"/>
              </a:lnSpc>
              <a:spcBef>
                <a:spcPts val="375"/>
              </a:spcBef>
              <a:spcAft>
                <a:spcPts val="0"/>
              </a:spcAft>
              <a:buSzPts val="1800"/>
              <a:buChar char="●"/>
              <a:defRPr/>
            </a:lvl6pPr>
            <a:lvl7pPr marL="3200400" lvl="6" indent="-342900" algn="l" rtl="0">
              <a:lnSpc>
                <a:spcPct val="90000"/>
              </a:lnSpc>
              <a:spcBef>
                <a:spcPts val="375"/>
              </a:spcBef>
              <a:spcAft>
                <a:spcPts val="0"/>
              </a:spcAft>
              <a:buSzPts val="1800"/>
              <a:buChar char="●"/>
              <a:defRPr/>
            </a:lvl7pPr>
            <a:lvl8pPr marL="3657600" lvl="7" indent="-342900" algn="l" rtl="0">
              <a:lnSpc>
                <a:spcPct val="90000"/>
              </a:lnSpc>
              <a:spcBef>
                <a:spcPts val="375"/>
              </a:spcBef>
              <a:spcAft>
                <a:spcPts val="0"/>
              </a:spcAft>
              <a:buSzPts val="1800"/>
              <a:buChar char="●"/>
              <a:defRPr/>
            </a:lvl8pPr>
            <a:lvl9pPr marL="4114800" lvl="8" indent="-342900" algn="l" rtl="0">
              <a:lnSpc>
                <a:spcPct val="90000"/>
              </a:lnSpc>
              <a:spcBef>
                <a:spcPts val="375"/>
              </a:spcBef>
              <a:spcAft>
                <a:spcPts val="375"/>
              </a:spcAft>
              <a:buSzPts val="1800"/>
              <a:buChar char="●"/>
              <a:defRPr/>
            </a:lvl9pPr>
          </a:lstStyle>
          <a:p>
            <a:endParaRPr/>
          </a:p>
        </p:txBody>
      </p:sp>
      <p:sp>
        <p:nvSpPr>
          <p:cNvPr id="497" name="Google Shape;497;p5"/>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98" name="Google Shape;498;p5"/>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99" name="Google Shape;499;p5"/>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1pPr>
            <a:lvl2pPr marL="0" marR="0" lvl="1"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2pPr>
            <a:lvl3pPr marL="0" marR="0" lvl="2"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3pPr>
            <a:lvl4pPr marL="0" marR="0" lvl="3"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4pPr>
            <a:lvl5pPr marL="0" marR="0" lvl="4"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5pPr>
            <a:lvl6pPr marL="0" marR="0" lvl="5"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6pPr>
            <a:lvl7pPr marL="0" marR="0" lvl="6"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7pPr>
            <a:lvl8pPr marL="0" marR="0" lvl="7"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8pPr>
            <a:lvl9pPr marL="0" marR="0" lvl="8"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00"/>
        <p:cNvGrpSpPr/>
        <p:nvPr/>
      </p:nvGrpSpPr>
      <p:grpSpPr>
        <a:xfrm>
          <a:off x="0" y="0"/>
          <a:ext cx="0" cy="0"/>
          <a:chOff x="0" y="0"/>
          <a:chExt cx="0" cy="0"/>
        </a:xfrm>
      </p:grpSpPr>
      <p:sp>
        <p:nvSpPr>
          <p:cNvPr id="501" name="Google Shape;501;p6"/>
          <p:cNvSpPr txBox="1">
            <a:spLocks noGrp="1"/>
          </p:cNvSpPr>
          <p:nvPr>
            <p:ph type="title"/>
          </p:nvPr>
        </p:nvSpPr>
        <p:spPr>
          <a:xfrm>
            <a:off x="384048" y="1714500"/>
            <a:ext cx="4251900" cy="35661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SzPts val="1400"/>
              <a:buNone/>
              <a:defRPr sz="4800" b="0"/>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502" name="Google Shape;502;p6"/>
          <p:cNvSpPr txBox="1">
            <a:spLocks noGrp="1"/>
          </p:cNvSpPr>
          <p:nvPr>
            <p:ph type="body" idx="1"/>
          </p:nvPr>
        </p:nvSpPr>
        <p:spPr>
          <a:xfrm>
            <a:off x="5801868" y="1303020"/>
            <a:ext cx="10972800" cy="7680900"/>
          </a:xfrm>
          <a:prstGeom prst="rect">
            <a:avLst/>
          </a:prstGeom>
          <a:noFill/>
          <a:ln>
            <a:noFill/>
          </a:ln>
        </p:spPr>
        <p:txBody>
          <a:bodyPr spcFirstLastPara="1" wrap="square" lIns="91425" tIns="45700" rIns="91425" bIns="45700" anchor="ctr" anchorCtr="0">
            <a:noAutofit/>
          </a:bodyPr>
          <a:lstStyle>
            <a:lvl1pPr marL="457200" lvl="0" indent="-419100" algn="l" rtl="0">
              <a:lnSpc>
                <a:spcPct val="90000"/>
              </a:lnSpc>
              <a:spcBef>
                <a:spcPts val="1800"/>
              </a:spcBef>
              <a:spcAft>
                <a:spcPts val="0"/>
              </a:spcAft>
              <a:buSzPts val="3000"/>
              <a:buChar char="●"/>
              <a:defRPr sz="3000"/>
            </a:lvl1pPr>
            <a:lvl2pPr marL="914400" lvl="1" indent="-400050" algn="l" rtl="0">
              <a:lnSpc>
                <a:spcPct val="90000"/>
              </a:lnSpc>
              <a:spcBef>
                <a:spcPts val="375"/>
              </a:spcBef>
              <a:spcAft>
                <a:spcPts val="0"/>
              </a:spcAft>
              <a:buSzPts val="2700"/>
              <a:buChar char="●"/>
              <a:defRPr sz="2700"/>
            </a:lvl2pPr>
            <a:lvl3pPr marL="1371600" lvl="2" indent="-381000" algn="l" rtl="0">
              <a:lnSpc>
                <a:spcPct val="90000"/>
              </a:lnSpc>
              <a:spcBef>
                <a:spcPts val="375"/>
              </a:spcBef>
              <a:spcAft>
                <a:spcPts val="0"/>
              </a:spcAft>
              <a:buSzPts val="2400"/>
              <a:buChar char="●"/>
              <a:defRPr sz="2400"/>
            </a:lvl3pPr>
            <a:lvl4pPr marL="1828800" lvl="3" indent="-361950" algn="l" rtl="0">
              <a:lnSpc>
                <a:spcPct val="90000"/>
              </a:lnSpc>
              <a:spcBef>
                <a:spcPts val="375"/>
              </a:spcBef>
              <a:spcAft>
                <a:spcPts val="0"/>
              </a:spcAft>
              <a:buSzPts val="2100"/>
              <a:buChar char="●"/>
              <a:defRPr sz="2100"/>
            </a:lvl4pPr>
            <a:lvl5pPr marL="2286000" lvl="4" indent="-361950" algn="l" rtl="0">
              <a:lnSpc>
                <a:spcPct val="90000"/>
              </a:lnSpc>
              <a:spcBef>
                <a:spcPts val="375"/>
              </a:spcBef>
              <a:spcAft>
                <a:spcPts val="0"/>
              </a:spcAft>
              <a:buSzPts val="2100"/>
              <a:buChar char="●"/>
              <a:defRPr sz="2100"/>
            </a:lvl5pPr>
            <a:lvl6pPr marL="2743200" lvl="5" indent="-361950" algn="l" rtl="0">
              <a:lnSpc>
                <a:spcPct val="90000"/>
              </a:lnSpc>
              <a:spcBef>
                <a:spcPts val="375"/>
              </a:spcBef>
              <a:spcAft>
                <a:spcPts val="0"/>
              </a:spcAft>
              <a:buSzPts val="2100"/>
              <a:buChar char="●"/>
              <a:defRPr sz="2100"/>
            </a:lvl6pPr>
            <a:lvl7pPr marL="3200400" lvl="6" indent="-361950" algn="l" rtl="0">
              <a:lnSpc>
                <a:spcPct val="90000"/>
              </a:lnSpc>
              <a:spcBef>
                <a:spcPts val="375"/>
              </a:spcBef>
              <a:spcAft>
                <a:spcPts val="0"/>
              </a:spcAft>
              <a:buSzPts val="2100"/>
              <a:buChar char="●"/>
              <a:defRPr sz="2100"/>
            </a:lvl7pPr>
            <a:lvl8pPr marL="3657600" lvl="7" indent="-361950" algn="l" rtl="0">
              <a:lnSpc>
                <a:spcPct val="90000"/>
              </a:lnSpc>
              <a:spcBef>
                <a:spcPts val="375"/>
              </a:spcBef>
              <a:spcAft>
                <a:spcPts val="0"/>
              </a:spcAft>
              <a:buSzPts val="2100"/>
              <a:buChar char="●"/>
              <a:defRPr sz="2100"/>
            </a:lvl8pPr>
            <a:lvl9pPr marL="4114800" lvl="8" indent="-361950" algn="l" rtl="0">
              <a:lnSpc>
                <a:spcPct val="90000"/>
              </a:lnSpc>
              <a:spcBef>
                <a:spcPts val="375"/>
              </a:spcBef>
              <a:spcAft>
                <a:spcPts val="375"/>
              </a:spcAft>
              <a:buSzPts val="2100"/>
              <a:buChar char="●"/>
              <a:defRPr sz="2100"/>
            </a:lvl9pPr>
          </a:lstStyle>
          <a:p>
            <a:endParaRPr/>
          </a:p>
        </p:txBody>
      </p:sp>
      <p:sp>
        <p:nvSpPr>
          <p:cNvPr id="503" name="Google Shape;503;p6"/>
          <p:cNvSpPr txBox="1">
            <a:spLocks noGrp="1"/>
          </p:cNvSpPr>
          <p:nvPr>
            <p:ph type="body" idx="2"/>
          </p:nvPr>
        </p:nvSpPr>
        <p:spPr>
          <a:xfrm>
            <a:off x="384048" y="5241264"/>
            <a:ext cx="4251900" cy="3483000"/>
          </a:xfrm>
          <a:prstGeom prst="rect">
            <a:avLst/>
          </a:prstGeom>
          <a:noFill/>
          <a:ln>
            <a:noFill/>
          </a:ln>
        </p:spPr>
        <p:txBody>
          <a:bodyPr spcFirstLastPara="1" wrap="square" lIns="91425" tIns="45700" rIns="91425" bIns="45700" anchor="t" anchorCtr="0">
            <a:normAutofit/>
          </a:bodyPr>
          <a:lstStyle>
            <a:lvl1pPr marL="457200" lvl="0" indent="-228600" algn="l" rtl="0">
              <a:lnSpc>
                <a:spcPct val="100000"/>
              </a:lnSpc>
              <a:spcBef>
                <a:spcPts val="1800"/>
              </a:spcBef>
              <a:spcAft>
                <a:spcPts val="0"/>
              </a:spcAft>
              <a:buSzPts val="2100"/>
              <a:buNone/>
              <a:defRPr sz="2100">
                <a:solidFill>
                  <a:srgbClr val="FFFFFF"/>
                </a:solidFill>
              </a:defRPr>
            </a:lvl1pPr>
            <a:lvl2pPr marL="914400" lvl="1" indent="-228600" algn="l" rtl="0">
              <a:lnSpc>
                <a:spcPct val="90000"/>
              </a:lnSpc>
              <a:spcBef>
                <a:spcPts val="375"/>
              </a:spcBef>
              <a:spcAft>
                <a:spcPts val="0"/>
              </a:spcAft>
              <a:buSzPts val="1800"/>
              <a:buNone/>
              <a:defRPr sz="1800"/>
            </a:lvl2pPr>
            <a:lvl3pPr marL="1371600" lvl="2" indent="-228600" algn="l" rtl="0">
              <a:lnSpc>
                <a:spcPct val="90000"/>
              </a:lnSpc>
              <a:spcBef>
                <a:spcPts val="375"/>
              </a:spcBef>
              <a:spcAft>
                <a:spcPts val="0"/>
              </a:spcAft>
              <a:buSzPts val="1500"/>
              <a:buNone/>
              <a:defRPr sz="1500"/>
            </a:lvl3pPr>
            <a:lvl4pPr marL="1828800" lvl="3" indent="-228600" algn="l" rtl="0">
              <a:lnSpc>
                <a:spcPct val="90000"/>
              </a:lnSpc>
              <a:spcBef>
                <a:spcPts val="375"/>
              </a:spcBef>
              <a:spcAft>
                <a:spcPts val="0"/>
              </a:spcAft>
              <a:buSzPts val="1350"/>
              <a:buNone/>
              <a:defRPr sz="1350"/>
            </a:lvl4pPr>
            <a:lvl5pPr marL="2286000" lvl="4" indent="-228600" algn="l" rtl="0">
              <a:lnSpc>
                <a:spcPct val="90000"/>
              </a:lnSpc>
              <a:spcBef>
                <a:spcPts val="375"/>
              </a:spcBef>
              <a:spcAft>
                <a:spcPts val="0"/>
              </a:spcAft>
              <a:buSzPts val="1350"/>
              <a:buNone/>
              <a:defRPr sz="1350"/>
            </a:lvl5pPr>
            <a:lvl6pPr marL="2743200" lvl="5" indent="-228600" algn="l" rtl="0">
              <a:lnSpc>
                <a:spcPct val="90000"/>
              </a:lnSpc>
              <a:spcBef>
                <a:spcPts val="375"/>
              </a:spcBef>
              <a:spcAft>
                <a:spcPts val="0"/>
              </a:spcAft>
              <a:buSzPts val="1350"/>
              <a:buNone/>
              <a:defRPr sz="1350"/>
            </a:lvl6pPr>
            <a:lvl7pPr marL="3200400" lvl="6" indent="-228600" algn="l" rtl="0">
              <a:lnSpc>
                <a:spcPct val="90000"/>
              </a:lnSpc>
              <a:spcBef>
                <a:spcPts val="375"/>
              </a:spcBef>
              <a:spcAft>
                <a:spcPts val="0"/>
              </a:spcAft>
              <a:buSzPts val="1350"/>
              <a:buNone/>
              <a:defRPr sz="1350"/>
            </a:lvl7pPr>
            <a:lvl8pPr marL="3657600" lvl="7" indent="-228600" algn="l" rtl="0">
              <a:lnSpc>
                <a:spcPct val="90000"/>
              </a:lnSpc>
              <a:spcBef>
                <a:spcPts val="375"/>
              </a:spcBef>
              <a:spcAft>
                <a:spcPts val="0"/>
              </a:spcAft>
              <a:buSzPts val="1350"/>
              <a:buNone/>
              <a:defRPr sz="1350"/>
            </a:lvl8pPr>
            <a:lvl9pPr marL="4114800" lvl="8" indent="-228600" algn="l" rtl="0">
              <a:lnSpc>
                <a:spcPct val="90000"/>
              </a:lnSpc>
              <a:spcBef>
                <a:spcPts val="375"/>
              </a:spcBef>
              <a:spcAft>
                <a:spcPts val="375"/>
              </a:spcAft>
              <a:buSzPts val="1350"/>
              <a:buNone/>
              <a:defRPr sz="1350"/>
            </a:lvl9pPr>
          </a:lstStyle>
          <a:p>
            <a:endParaRPr/>
          </a:p>
        </p:txBody>
      </p:sp>
      <p:sp>
        <p:nvSpPr>
          <p:cNvPr id="504" name="Google Shape;504;p6"/>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05" name="Google Shape;505;p6"/>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06" name="Google Shape;506;p6"/>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1pPr>
            <a:lvl2pPr marL="0" marR="0" lvl="1"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2pPr>
            <a:lvl3pPr marL="0" marR="0" lvl="2"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3pPr>
            <a:lvl4pPr marL="0" marR="0" lvl="3"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4pPr>
            <a:lvl5pPr marL="0" marR="0" lvl="4"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5pPr>
            <a:lvl6pPr marL="0" marR="0" lvl="5"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6pPr>
            <a:lvl7pPr marL="0" marR="0" lvl="6"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7pPr>
            <a:lvl8pPr marL="0" marR="0" lvl="7"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8pPr>
            <a:lvl9pPr marL="0" marR="0" lvl="8"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7"/>
        <p:cNvGrpSpPr/>
        <p:nvPr/>
      </p:nvGrpSpPr>
      <p:grpSpPr>
        <a:xfrm>
          <a:off x="0" y="0"/>
          <a:ext cx="0" cy="0"/>
          <a:chOff x="0" y="0"/>
          <a:chExt cx="0" cy="0"/>
        </a:xfrm>
      </p:grpSpPr>
      <p:sp>
        <p:nvSpPr>
          <p:cNvPr id="508" name="Google Shape;508;p7"/>
          <p:cNvSpPr txBox="1">
            <a:spLocks noGrp="1"/>
          </p:cNvSpPr>
          <p:nvPr>
            <p:ph type="title"/>
          </p:nvPr>
        </p:nvSpPr>
        <p:spPr>
          <a:xfrm>
            <a:off x="379412" y="1685925"/>
            <a:ext cx="4421100" cy="6900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509" name="Google Shape;509;p7"/>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10" name="Google Shape;510;p7"/>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11" name="Google Shape;511;p7"/>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1pPr>
            <a:lvl2pPr marL="0" marR="0" lvl="1"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2pPr>
            <a:lvl3pPr marL="0" marR="0" lvl="2"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3pPr>
            <a:lvl4pPr marL="0" marR="0" lvl="3"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4pPr>
            <a:lvl5pPr marL="0" marR="0" lvl="4"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5pPr>
            <a:lvl6pPr marL="0" marR="0" lvl="5"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6pPr>
            <a:lvl7pPr marL="0" marR="0" lvl="6"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7pPr>
            <a:lvl8pPr marL="0" marR="0" lvl="7"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8pPr>
            <a:lvl9pPr marL="0" marR="0" lvl="8"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12"/>
        <p:cNvGrpSpPr/>
        <p:nvPr/>
      </p:nvGrpSpPr>
      <p:grpSpPr>
        <a:xfrm>
          <a:off x="0" y="0"/>
          <a:ext cx="0" cy="0"/>
          <a:chOff x="0" y="0"/>
          <a:chExt cx="0" cy="0"/>
        </a:xfrm>
      </p:grpSpPr>
      <p:sp>
        <p:nvSpPr>
          <p:cNvPr id="513" name="Google Shape;513;p8"/>
          <p:cNvSpPr txBox="1">
            <a:spLocks noGrp="1"/>
          </p:cNvSpPr>
          <p:nvPr>
            <p:ph type="title"/>
          </p:nvPr>
        </p:nvSpPr>
        <p:spPr>
          <a:xfrm>
            <a:off x="379412" y="1685925"/>
            <a:ext cx="4421100" cy="6900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514" name="Google Shape;514;p8"/>
          <p:cNvSpPr txBox="1">
            <a:spLocks noGrp="1"/>
          </p:cNvSpPr>
          <p:nvPr>
            <p:ph type="body" idx="1"/>
          </p:nvPr>
        </p:nvSpPr>
        <p:spPr>
          <a:xfrm>
            <a:off x="5801868" y="1535379"/>
            <a:ext cx="5212200" cy="12117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0"/>
              </a:spcBef>
              <a:spcAft>
                <a:spcPts val="0"/>
              </a:spcAft>
              <a:buSzPts val="3000"/>
              <a:buNone/>
              <a:defRPr sz="3000" b="1">
                <a:solidFill>
                  <a:srgbClr val="595959"/>
                </a:solidFill>
              </a:defRPr>
            </a:lvl1pPr>
            <a:lvl2pPr marL="914400" lvl="1" indent="-228600" algn="l" rtl="0">
              <a:lnSpc>
                <a:spcPct val="90000"/>
              </a:lnSpc>
              <a:spcBef>
                <a:spcPts val="375"/>
              </a:spcBef>
              <a:spcAft>
                <a:spcPts val="0"/>
              </a:spcAft>
              <a:buSzPts val="3000"/>
              <a:buNone/>
              <a:defRPr sz="3000" b="1"/>
            </a:lvl2pPr>
            <a:lvl3pPr marL="1371600" lvl="2" indent="-228600" algn="l" rtl="0">
              <a:lnSpc>
                <a:spcPct val="90000"/>
              </a:lnSpc>
              <a:spcBef>
                <a:spcPts val="375"/>
              </a:spcBef>
              <a:spcAft>
                <a:spcPts val="0"/>
              </a:spcAft>
              <a:buSzPts val="2700"/>
              <a:buNone/>
              <a:defRPr sz="2700" b="1"/>
            </a:lvl3pPr>
            <a:lvl4pPr marL="1828800" lvl="3" indent="-228600" algn="l" rtl="0">
              <a:lnSpc>
                <a:spcPct val="90000"/>
              </a:lnSpc>
              <a:spcBef>
                <a:spcPts val="375"/>
              </a:spcBef>
              <a:spcAft>
                <a:spcPts val="0"/>
              </a:spcAft>
              <a:buSzPts val="2400"/>
              <a:buNone/>
              <a:defRPr sz="2400" b="1"/>
            </a:lvl4pPr>
            <a:lvl5pPr marL="2286000" lvl="4" indent="-228600" algn="l" rtl="0">
              <a:lnSpc>
                <a:spcPct val="90000"/>
              </a:lnSpc>
              <a:spcBef>
                <a:spcPts val="375"/>
              </a:spcBef>
              <a:spcAft>
                <a:spcPts val="0"/>
              </a:spcAft>
              <a:buSzPts val="2400"/>
              <a:buNone/>
              <a:defRPr sz="2400" b="1"/>
            </a:lvl5pPr>
            <a:lvl6pPr marL="2743200" lvl="5" indent="-228600" algn="l" rtl="0">
              <a:lnSpc>
                <a:spcPct val="90000"/>
              </a:lnSpc>
              <a:spcBef>
                <a:spcPts val="375"/>
              </a:spcBef>
              <a:spcAft>
                <a:spcPts val="0"/>
              </a:spcAft>
              <a:buSzPts val="2400"/>
              <a:buNone/>
              <a:defRPr sz="2400" b="1"/>
            </a:lvl6pPr>
            <a:lvl7pPr marL="3200400" lvl="6" indent="-228600" algn="l" rtl="0">
              <a:lnSpc>
                <a:spcPct val="90000"/>
              </a:lnSpc>
              <a:spcBef>
                <a:spcPts val="375"/>
              </a:spcBef>
              <a:spcAft>
                <a:spcPts val="0"/>
              </a:spcAft>
              <a:buSzPts val="2400"/>
              <a:buNone/>
              <a:defRPr sz="2400" b="1"/>
            </a:lvl7pPr>
            <a:lvl8pPr marL="3657600" lvl="7" indent="-228600" algn="l" rtl="0">
              <a:lnSpc>
                <a:spcPct val="90000"/>
              </a:lnSpc>
              <a:spcBef>
                <a:spcPts val="375"/>
              </a:spcBef>
              <a:spcAft>
                <a:spcPts val="0"/>
              </a:spcAft>
              <a:buSzPts val="2400"/>
              <a:buNone/>
              <a:defRPr sz="2400" b="1"/>
            </a:lvl8pPr>
            <a:lvl9pPr marL="4114800" lvl="8" indent="-228600" algn="l" rtl="0">
              <a:lnSpc>
                <a:spcPct val="90000"/>
              </a:lnSpc>
              <a:spcBef>
                <a:spcPts val="375"/>
              </a:spcBef>
              <a:spcAft>
                <a:spcPts val="375"/>
              </a:spcAft>
              <a:buSzPts val="2400"/>
              <a:buNone/>
              <a:defRPr sz="2400" b="1"/>
            </a:lvl9pPr>
          </a:lstStyle>
          <a:p>
            <a:endParaRPr/>
          </a:p>
        </p:txBody>
      </p:sp>
      <p:sp>
        <p:nvSpPr>
          <p:cNvPr id="515" name="Google Shape;515;p8"/>
          <p:cNvSpPr txBox="1">
            <a:spLocks noGrp="1"/>
          </p:cNvSpPr>
          <p:nvPr>
            <p:ph type="body" idx="2"/>
          </p:nvPr>
        </p:nvSpPr>
        <p:spPr>
          <a:xfrm>
            <a:off x="5801868" y="2896404"/>
            <a:ext cx="5212200" cy="6035100"/>
          </a:xfrm>
          <a:prstGeom prst="rect">
            <a:avLst/>
          </a:prstGeom>
          <a:noFill/>
          <a:ln>
            <a:noFill/>
          </a:ln>
        </p:spPr>
        <p:txBody>
          <a:bodyPr spcFirstLastPara="1" wrap="square" lIns="91425" tIns="45700" rIns="91425" bIns="45700" anchor="ctr" anchorCtr="0">
            <a:noAutofit/>
          </a:bodyPr>
          <a:lstStyle>
            <a:lvl1pPr marL="457200" lvl="0" indent="-419100" algn="l" rtl="0">
              <a:lnSpc>
                <a:spcPct val="90000"/>
              </a:lnSpc>
              <a:spcBef>
                <a:spcPts val="1800"/>
              </a:spcBef>
              <a:spcAft>
                <a:spcPts val="0"/>
              </a:spcAft>
              <a:buSzPts val="3000"/>
              <a:buChar char="●"/>
              <a:defRPr sz="3000"/>
            </a:lvl1pPr>
            <a:lvl2pPr marL="914400" lvl="1" indent="-400050" algn="l" rtl="0">
              <a:lnSpc>
                <a:spcPct val="90000"/>
              </a:lnSpc>
              <a:spcBef>
                <a:spcPts val="375"/>
              </a:spcBef>
              <a:spcAft>
                <a:spcPts val="0"/>
              </a:spcAft>
              <a:buSzPts val="2700"/>
              <a:buChar char="●"/>
              <a:defRPr sz="2700"/>
            </a:lvl2pPr>
            <a:lvl3pPr marL="1371600" lvl="2" indent="-381000" algn="l" rtl="0">
              <a:lnSpc>
                <a:spcPct val="90000"/>
              </a:lnSpc>
              <a:spcBef>
                <a:spcPts val="375"/>
              </a:spcBef>
              <a:spcAft>
                <a:spcPts val="0"/>
              </a:spcAft>
              <a:buSzPts val="2400"/>
              <a:buChar char="●"/>
              <a:defRPr sz="2400"/>
            </a:lvl3pPr>
            <a:lvl4pPr marL="1828800" lvl="3" indent="-361950" algn="l" rtl="0">
              <a:lnSpc>
                <a:spcPct val="90000"/>
              </a:lnSpc>
              <a:spcBef>
                <a:spcPts val="375"/>
              </a:spcBef>
              <a:spcAft>
                <a:spcPts val="0"/>
              </a:spcAft>
              <a:buSzPts val="2100"/>
              <a:buChar char="●"/>
              <a:defRPr sz="2100"/>
            </a:lvl4pPr>
            <a:lvl5pPr marL="2286000" lvl="4" indent="-361950" algn="l" rtl="0">
              <a:lnSpc>
                <a:spcPct val="90000"/>
              </a:lnSpc>
              <a:spcBef>
                <a:spcPts val="375"/>
              </a:spcBef>
              <a:spcAft>
                <a:spcPts val="0"/>
              </a:spcAft>
              <a:buSzPts val="2100"/>
              <a:buChar char="●"/>
              <a:defRPr sz="2100"/>
            </a:lvl5pPr>
            <a:lvl6pPr marL="2743200" lvl="5" indent="-361950" algn="l" rtl="0">
              <a:lnSpc>
                <a:spcPct val="90000"/>
              </a:lnSpc>
              <a:spcBef>
                <a:spcPts val="375"/>
              </a:spcBef>
              <a:spcAft>
                <a:spcPts val="0"/>
              </a:spcAft>
              <a:buSzPts val="2100"/>
              <a:buChar char="●"/>
              <a:defRPr sz="2100"/>
            </a:lvl6pPr>
            <a:lvl7pPr marL="3200400" lvl="6" indent="-361950" algn="l" rtl="0">
              <a:lnSpc>
                <a:spcPct val="90000"/>
              </a:lnSpc>
              <a:spcBef>
                <a:spcPts val="375"/>
              </a:spcBef>
              <a:spcAft>
                <a:spcPts val="0"/>
              </a:spcAft>
              <a:buSzPts val="2100"/>
              <a:buChar char="●"/>
              <a:defRPr sz="2100"/>
            </a:lvl7pPr>
            <a:lvl8pPr marL="3657600" lvl="7" indent="-361950" algn="l" rtl="0">
              <a:lnSpc>
                <a:spcPct val="90000"/>
              </a:lnSpc>
              <a:spcBef>
                <a:spcPts val="375"/>
              </a:spcBef>
              <a:spcAft>
                <a:spcPts val="0"/>
              </a:spcAft>
              <a:buSzPts val="2100"/>
              <a:buChar char="●"/>
              <a:defRPr sz="2100"/>
            </a:lvl8pPr>
            <a:lvl9pPr marL="4114800" lvl="8" indent="-361950" algn="l" rtl="0">
              <a:lnSpc>
                <a:spcPct val="90000"/>
              </a:lnSpc>
              <a:spcBef>
                <a:spcPts val="375"/>
              </a:spcBef>
              <a:spcAft>
                <a:spcPts val="375"/>
              </a:spcAft>
              <a:buSzPts val="2100"/>
              <a:buChar char="●"/>
              <a:defRPr sz="2100"/>
            </a:lvl9pPr>
          </a:lstStyle>
          <a:p>
            <a:endParaRPr/>
          </a:p>
        </p:txBody>
      </p:sp>
      <p:sp>
        <p:nvSpPr>
          <p:cNvPr id="516" name="Google Shape;516;p8"/>
          <p:cNvSpPr txBox="1">
            <a:spLocks noGrp="1"/>
          </p:cNvSpPr>
          <p:nvPr>
            <p:ph type="body" idx="3"/>
          </p:nvPr>
        </p:nvSpPr>
        <p:spPr>
          <a:xfrm>
            <a:off x="11727695" y="1535380"/>
            <a:ext cx="5212200" cy="1219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0"/>
              </a:spcBef>
              <a:spcAft>
                <a:spcPts val="0"/>
              </a:spcAft>
              <a:buSzPts val="3000"/>
              <a:buNone/>
              <a:defRPr sz="3000" b="1">
                <a:solidFill>
                  <a:srgbClr val="595959"/>
                </a:solidFill>
              </a:defRPr>
            </a:lvl1pPr>
            <a:lvl2pPr marL="914400" lvl="1" indent="-228600" algn="l" rtl="0">
              <a:lnSpc>
                <a:spcPct val="90000"/>
              </a:lnSpc>
              <a:spcBef>
                <a:spcPts val="375"/>
              </a:spcBef>
              <a:spcAft>
                <a:spcPts val="0"/>
              </a:spcAft>
              <a:buSzPts val="3000"/>
              <a:buNone/>
              <a:defRPr sz="3000" b="1"/>
            </a:lvl2pPr>
            <a:lvl3pPr marL="1371600" lvl="2" indent="-228600" algn="l" rtl="0">
              <a:lnSpc>
                <a:spcPct val="90000"/>
              </a:lnSpc>
              <a:spcBef>
                <a:spcPts val="375"/>
              </a:spcBef>
              <a:spcAft>
                <a:spcPts val="0"/>
              </a:spcAft>
              <a:buSzPts val="2700"/>
              <a:buNone/>
              <a:defRPr sz="2700" b="1"/>
            </a:lvl3pPr>
            <a:lvl4pPr marL="1828800" lvl="3" indent="-228600" algn="l" rtl="0">
              <a:lnSpc>
                <a:spcPct val="90000"/>
              </a:lnSpc>
              <a:spcBef>
                <a:spcPts val="375"/>
              </a:spcBef>
              <a:spcAft>
                <a:spcPts val="0"/>
              </a:spcAft>
              <a:buSzPts val="2400"/>
              <a:buNone/>
              <a:defRPr sz="2400" b="1"/>
            </a:lvl4pPr>
            <a:lvl5pPr marL="2286000" lvl="4" indent="-228600" algn="l" rtl="0">
              <a:lnSpc>
                <a:spcPct val="90000"/>
              </a:lnSpc>
              <a:spcBef>
                <a:spcPts val="375"/>
              </a:spcBef>
              <a:spcAft>
                <a:spcPts val="0"/>
              </a:spcAft>
              <a:buSzPts val="2400"/>
              <a:buNone/>
              <a:defRPr sz="2400" b="1"/>
            </a:lvl5pPr>
            <a:lvl6pPr marL="2743200" lvl="5" indent="-228600" algn="l" rtl="0">
              <a:lnSpc>
                <a:spcPct val="90000"/>
              </a:lnSpc>
              <a:spcBef>
                <a:spcPts val="375"/>
              </a:spcBef>
              <a:spcAft>
                <a:spcPts val="0"/>
              </a:spcAft>
              <a:buSzPts val="2400"/>
              <a:buNone/>
              <a:defRPr sz="2400" b="1"/>
            </a:lvl6pPr>
            <a:lvl7pPr marL="3200400" lvl="6" indent="-228600" algn="l" rtl="0">
              <a:lnSpc>
                <a:spcPct val="90000"/>
              </a:lnSpc>
              <a:spcBef>
                <a:spcPts val="375"/>
              </a:spcBef>
              <a:spcAft>
                <a:spcPts val="0"/>
              </a:spcAft>
              <a:buSzPts val="2400"/>
              <a:buNone/>
              <a:defRPr sz="2400" b="1"/>
            </a:lvl7pPr>
            <a:lvl8pPr marL="3657600" lvl="7" indent="-228600" algn="l" rtl="0">
              <a:lnSpc>
                <a:spcPct val="90000"/>
              </a:lnSpc>
              <a:spcBef>
                <a:spcPts val="375"/>
              </a:spcBef>
              <a:spcAft>
                <a:spcPts val="0"/>
              </a:spcAft>
              <a:buSzPts val="2400"/>
              <a:buNone/>
              <a:defRPr sz="2400" b="1"/>
            </a:lvl8pPr>
            <a:lvl9pPr marL="4114800" lvl="8" indent="-228600" algn="l" rtl="0">
              <a:lnSpc>
                <a:spcPct val="90000"/>
              </a:lnSpc>
              <a:spcBef>
                <a:spcPts val="375"/>
              </a:spcBef>
              <a:spcAft>
                <a:spcPts val="375"/>
              </a:spcAft>
              <a:buSzPts val="2400"/>
              <a:buNone/>
              <a:defRPr sz="2400" b="1"/>
            </a:lvl9pPr>
          </a:lstStyle>
          <a:p>
            <a:endParaRPr/>
          </a:p>
        </p:txBody>
      </p:sp>
      <p:sp>
        <p:nvSpPr>
          <p:cNvPr id="517" name="Google Shape;517;p8"/>
          <p:cNvSpPr txBox="1">
            <a:spLocks noGrp="1"/>
          </p:cNvSpPr>
          <p:nvPr>
            <p:ph type="body" idx="4"/>
          </p:nvPr>
        </p:nvSpPr>
        <p:spPr>
          <a:xfrm>
            <a:off x="11727695" y="2896404"/>
            <a:ext cx="5212200" cy="6035100"/>
          </a:xfrm>
          <a:prstGeom prst="rect">
            <a:avLst/>
          </a:prstGeom>
          <a:noFill/>
          <a:ln>
            <a:noFill/>
          </a:ln>
        </p:spPr>
        <p:txBody>
          <a:bodyPr spcFirstLastPara="1" wrap="square" lIns="91425" tIns="45700" rIns="91425" bIns="45700" anchor="ctr" anchorCtr="0">
            <a:noAutofit/>
          </a:bodyPr>
          <a:lstStyle>
            <a:lvl1pPr marL="457200" lvl="0" indent="-419100" algn="l" rtl="0">
              <a:lnSpc>
                <a:spcPct val="90000"/>
              </a:lnSpc>
              <a:spcBef>
                <a:spcPts val="1800"/>
              </a:spcBef>
              <a:spcAft>
                <a:spcPts val="0"/>
              </a:spcAft>
              <a:buSzPts val="3000"/>
              <a:buChar char="●"/>
              <a:defRPr sz="3000"/>
            </a:lvl1pPr>
            <a:lvl2pPr marL="914400" lvl="1" indent="-400050" algn="l" rtl="0">
              <a:lnSpc>
                <a:spcPct val="90000"/>
              </a:lnSpc>
              <a:spcBef>
                <a:spcPts val="375"/>
              </a:spcBef>
              <a:spcAft>
                <a:spcPts val="0"/>
              </a:spcAft>
              <a:buSzPts val="2700"/>
              <a:buChar char="●"/>
              <a:defRPr sz="2700"/>
            </a:lvl2pPr>
            <a:lvl3pPr marL="1371600" lvl="2" indent="-381000" algn="l" rtl="0">
              <a:lnSpc>
                <a:spcPct val="90000"/>
              </a:lnSpc>
              <a:spcBef>
                <a:spcPts val="375"/>
              </a:spcBef>
              <a:spcAft>
                <a:spcPts val="0"/>
              </a:spcAft>
              <a:buSzPts val="2400"/>
              <a:buChar char="●"/>
              <a:defRPr sz="2400"/>
            </a:lvl3pPr>
            <a:lvl4pPr marL="1828800" lvl="3" indent="-361950" algn="l" rtl="0">
              <a:lnSpc>
                <a:spcPct val="90000"/>
              </a:lnSpc>
              <a:spcBef>
                <a:spcPts val="375"/>
              </a:spcBef>
              <a:spcAft>
                <a:spcPts val="0"/>
              </a:spcAft>
              <a:buSzPts val="2100"/>
              <a:buChar char="●"/>
              <a:defRPr sz="2100"/>
            </a:lvl4pPr>
            <a:lvl5pPr marL="2286000" lvl="4" indent="-361950" algn="l" rtl="0">
              <a:lnSpc>
                <a:spcPct val="90000"/>
              </a:lnSpc>
              <a:spcBef>
                <a:spcPts val="375"/>
              </a:spcBef>
              <a:spcAft>
                <a:spcPts val="0"/>
              </a:spcAft>
              <a:buSzPts val="2100"/>
              <a:buChar char="●"/>
              <a:defRPr sz="2100"/>
            </a:lvl5pPr>
            <a:lvl6pPr marL="2743200" lvl="5" indent="-361950" algn="l" rtl="0">
              <a:lnSpc>
                <a:spcPct val="90000"/>
              </a:lnSpc>
              <a:spcBef>
                <a:spcPts val="375"/>
              </a:spcBef>
              <a:spcAft>
                <a:spcPts val="0"/>
              </a:spcAft>
              <a:buSzPts val="2100"/>
              <a:buChar char="●"/>
              <a:defRPr sz="2100"/>
            </a:lvl6pPr>
            <a:lvl7pPr marL="3200400" lvl="6" indent="-361950" algn="l" rtl="0">
              <a:lnSpc>
                <a:spcPct val="90000"/>
              </a:lnSpc>
              <a:spcBef>
                <a:spcPts val="375"/>
              </a:spcBef>
              <a:spcAft>
                <a:spcPts val="0"/>
              </a:spcAft>
              <a:buSzPts val="2100"/>
              <a:buChar char="●"/>
              <a:defRPr sz="2100"/>
            </a:lvl7pPr>
            <a:lvl8pPr marL="3657600" lvl="7" indent="-361950" algn="l" rtl="0">
              <a:lnSpc>
                <a:spcPct val="90000"/>
              </a:lnSpc>
              <a:spcBef>
                <a:spcPts val="375"/>
              </a:spcBef>
              <a:spcAft>
                <a:spcPts val="0"/>
              </a:spcAft>
              <a:buSzPts val="2100"/>
              <a:buChar char="●"/>
              <a:defRPr sz="2100"/>
            </a:lvl8pPr>
            <a:lvl9pPr marL="4114800" lvl="8" indent="-361950" algn="l" rtl="0">
              <a:lnSpc>
                <a:spcPct val="90000"/>
              </a:lnSpc>
              <a:spcBef>
                <a:spcPts val="375"/>
              </a:spcBef>
              <a:spcAft>
                <a:spcPts val="375"/>
              </a:spcAft>
              <a:buSzPts val="2100"/>
              <a:buChar char="●"/>
              <a:defRPr sz="2100"/>
            </a:lvl9pPr>
          </a:lstStyle>
          <a:p>
            <a:endParaRPr/>
          </a:p>
        </p:txBody>
      </p:sp>
      <p:sp>
        <p:nvSpPr>
          <p:cNvPr id="518" name="Google Shape;518;p8"/>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19" name="Google Shape;519;p8"/>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20" name="Google Shape;520;p8"/>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1pPr>
            <a:lvl2pPr marL="0" marR="0" lvl="1"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2pPr>
            <a:lvl3pPr marL="0" marR="0" lvl="2"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3pPr>
            <a:lvl4pPr marL="0" marR="0" lvl="3"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4pPr>
            <a:lvl5pPr marL="0" marR="0" lvl="4"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5pPr>
            <a:lvl6pPr marL="0" marR="0" lvl="5"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6pPr>
            <a:lvl7pPr marL="0" marR="0" lvl="6"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7pPr>
            <a:lvl8pPr marL="0" marR="0" lvl="7"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8pPr>
            <a:lvl9pPr marL="0" marR="0" lvl="8"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21"/>
        <p:cNvGrpSpPr/>
        <p:nvPr/>
      </p:nvGrpSpPr>
      <p:grpSpPr>
        <a:xfrm>
          <a:off x="0" y="0"/>
          <a:ext cx="0" cy="0"/>
          <a:chOff x="0" y="0"/>
          <a:chExt cx="0" cy="0"/>
        </a:xfrm>
      </p:grpSpPr>
      <p:sp>
        <p:nvSpPr>
          <p:cNvPr id="522" name="Google Shape;522;p9"/>
          <p:cNvSpPr txBox="1">
            <a:spLocks noGrp="1"/>
          </p:cNvSpPr>
          <p:nvPr>
            <p:ph type="title"/>
          </p:nvPr>
        </p:nvSpPr>
        <p:spPr>
          <a:xfrm>
            <a:off x="379412" y="1685925"/>
            <a:ext cx="4421100" cy="6900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523" name="Google Shape;523;p9"/>
          <p:cNvSpPr txBox="1">
            <a:spLocks noGrp="1"/>
          </p:cNvSpPr>
          <p:nvPr>
            <p:ph type="body" idx="1"/>
          </p:nvPr>
        </p:nvSpPr>
        <p:spPr>
          <a:xfrm>
            <a:off x="5801868" y="1303020"/>
            <a:ext cx="5212200" cy="7680900"/>
          </a:xfrm>
          <a:prstGeom prst="rect">
            <a:avLst/>
          </a:prstGeom>
          <a:noFill/>
          <a:ln>
            <a:noFill/>
          </a:ln>
        </p:spPr>
        <p:txBody>
          <a:bodyPr spcFirstLastPara="1" wrap="square" lIns="91425" tIns="45700" rIns="91425" bIns="45700" anchor="ctr" anchorCtr="0">
            <a:noAutofit/>
          </a:bodyPr>
          <a:lstStyle>
            <a:lvl1pPr marL="457200" lvl="0" indent="-419100" algn="l" rtl="0">
              <a:lnSpc>
                <a:spcPct val="90000"/>
              </a:lnSpc>
              <a:spcBef>
                <a:spcPts val="1800"/>
              </a:spcBef>
              <a:spcAft>
                <a:spcPts val="0"/>
              </a:spcAft>
              <a:buSzPts val="3000"/>
              <a:buChar char="●"/>
              <a:defRPr sz="3000"/>
            </a:lvl1pPr>
            <a:lvl2pPr marL="914400" lvl="1" indent="-400050" algn="l" rtl="0">
              <a:lnSpc>
                <a:spcPct val="90000"/>
              </a:lnSpc>
              <a:spcBef>
                <a:spcPts val="375"/>
              </a:spcBef>
              <a:spcAft>
                <a:spcPts val="0"/>
              </a:spcAft>
              <a:buSzPts val="2700"/>
              <a:buChar char="●"/>
              <a:defRPr sz="2700"/>
            </a:lvl2pPr>
            <a:lvl3pPr marL="1371600" lvl="2" indent="-381000" algn="l" rtl="0">
              <a:lnSpc>
                <a:spcPct val="90000"/>
              </a:lnSpc>
              <a:spcBef>
                <a:spcPts val="375"/>
              </a:spcBef>
              <a:spcAft>
                <a:spcPts val="0"/>
              </a:spcAft>
              <a:buSzPts val="2400"/>
              <a:buChar char="●"/>
              <a:defRPr sz="2400"/>
            </a:lvl3pPr>
            <a:lvl4pPr marL="1828800" lvl="3" indent="-361950" algn="l" rtl="0">
              <a:lnSpc>
                <a:spcPct val="90000"/>
              </a:lnSpc>
              <a:spcBef>
                <a:spcPts val="375"/>
              </a:spcBef>
              <a:spcAft>
                <a:spcPts val="0"/>
              </a:spcAft>
              <a:buSzPts val="2100"/>
              <a:buChar char="●"/>
              <a:defRPr sz="2100"/>
            </a:lvl4pPr>
            <a:lvl5pPr marL="2286000" lvl="4" indent="-361950" algn="l" rtl="0">
              <a:lnSpc>
                <a:spcPct val="90000"/>
              </a:lnSpc>
              <a:spcBef>
                <a:spcPts val="375"/>
              </a:spcBef>
              <a:spcAft>
                <a:spcPts val="0"/>
              </a:spcAft>
              <a:buSzPts val="2100"/>
              <a:buChar char="●"/>
              <a:defRPr sz="2100"/>
            </a:lvl5pPr>
            <a:lvl6pPr marL="2743200" lvl="5" indent="-361950" algn="l" rtl="0">
              <a:lnSpc>
                <a:spcPct val="90000"/>
              </a:lnSpc>
              <a:spcBef>
                <a:spcPts val="375"/>
              </a:spcBef>
              <a:spcAft>
                <a:spcPts val="0"/>
              </a:spcAft>
              <a:buSzPts val="2100"/>
              <a:buChar char="●"/>
              <a:defRPr sz="2100"/>
            </a:lvl6pPr>
            <a:lvl7pPr marL="3200400" lvl="6" indent="-361950" algn="l" rtl="0">
              <a:lnSpc>
                <a:spcPct val="90000"/>
              </a:lnSpc>
              <a:spcBef>
                <a:spcPts val="375"/>
              </a:spcBef>
              <a:spcAft>
                <a:spcPts val="0"/>
              </a:spcAft>
              <a:buSzPts val="2100"/>
              <a:buChar char="●"/>
              <a:defRPr sz="2100"/>
            </a:lvl7pPr>
            <a:lvl8pPr marL="3657600" lvl="7" indent="-361950" algn="l" rtl="0">
              <a:lnSpc>
                <a:spcPct val="90000"/>
              </a:lnSpc>
              <a:spcBef>
                <a:spcPts val="375"/>
              </a:spcBef>
              <a:spcAft>
                <a:spcPts val="0"/>
              </a:spcAft>
              <a:buSzPts val="2100"/>
              <a:buChar char="●"/>
              <a:defRPr sz="2100"/>
            </a:lvl8pPr>
            <a:lvl9pPr marL="4114800" lvl="8" indent="-361950" algn="l" rtl="0">
              <a:lnSpc>
                <a:spcPct val="90000"/>
              </a:lnSpc>
              <a:spcBef>
                <a:spcPts val="375"/>
              </a:spcBef>
              <a:spcAft>
                <a:spcPts val="375"/>
              </a:spcAft>
              <a:buSzPts val="2100"/>
              <a:buChar char="●"/>
              <a:defRPr sz="2100"/>
            </a:lvl9pPr>
          </a:lstStyle>
          <a:p>
            <a:endParaRPr/>
          </a:p>
        </p:txBody>
      </p:sp>
      <p:sp>
        <p:nvSpPr>
          <p:cNvPr id="524" name="Google Shape;524;p9"/>
          <p:cNvSpPr txBox="1">
            <a:spLocks noGrp="1"/>
          </p:cNvSpPr>
          <p:nvPr>
            <p:ph type="body" idx="2"/>
          </p:nvPr>
        </p:nvSpPr>
        <p:spPr>
          <a:xfrm>
            <a:off x="11727180" y="1303020"/>
            <a:ext cx="5212200" cy="7680900"/>
          </a:xfrm>
          <a:prstGeom prst="rect">
            <a:avLst/>
          </a:prstGeom>
          <a:noFill/>
          <a:ln>
            <a:noFill/>
          </a:ln>
        </p:spPr>
        <p:txBody>
          <a:bodyPr spcFirstLastPara="1" wrap="square" lIns="91425" tIns="45700" rIns="91425" bIns="45700" anchor="ctr" anchorCtr="0">
            <a:noAutofit/>
          </a:bodyPr>
          <a:lstStyle>
            <a:lvl1pPr marL="457200" lvl="0" indent="-419100" algn="l" rtl="0">
              <a:lnSpc>
                <a:spcPct val="90000"/>
              </a:lnSpc>
              <a:spcBef>
                <a:spcPts val="1800"/>
              </a:spcBef>
              <a:spcAft>
                <a:spcPts val="0"/>
              </a:spcAft>
              <a:buSzPts val="3000"/>
              <a:buChar char="●"/>
              <a:defRPr sz="3000"/>
            </a:lvl1pPr>
            <a:lvl2pPr marL="914400" lvl="1" indent="-400050" algn="l" rtl="0">
              <a:lnSpc>
                <a:spcPct val="90000"/>
              </a:lnSpc>
              <a:spcBef>
                <a:spcPts val="375"/>
              </a:spcBef>
              <a:spcAft>
                <a:spcPts val="0"/>
              </a:spcAft>
              <a:buSzPts val="2700"/>
              <a:buChar char="●"/>
              <a:defRPr sz="2700"/>
            </a:lvl2pPr>
            <a:lvl3pPr marL="1371600" lvl="2" indent="-381000" algn="l" rtl="0">
              <a:lnSpc>
                <a:spcPct val="90000"/>
              </a:lnSpc>
              <a:spcBef>
                <a:spcPts val="375"/>
              </a:spcBef>
              <a:spcAft>
                <a:spcPts val="0"/>
              </a:spcAft>
              <a:buSzPts val="2400"/>
              <a:buChar char="●"/>
              <a:defRPr sz="2400"/>
            </a:lvl3pPr>
            <a:lvl4pPr marL="1828800" lvl="3" indent="-361950" algn="l" rtl="0">
              <a:lnSpc>
                <a:spcPct val="90000"/>
              </a:lnSpc>
              <a:spcBef>
                <a:spcPts val="375"/>
              </a:spcBef>
              <a:spcAft>
                <a:spcPts val="0"/>
              </a:spcAft>
              <a:buSzPts val="2100"/>
              <a:buChar char="●"/>
              <a:defRPr sz="2100"/>
            </a:lvl4pPr>
            <a:lvl5pPr marL="2286000" lvl="4" indent="-361950" algn="l" rtl="0">
              <a:lnSpc>
                <a:spcPct val="90000"/>
              </a:lnSpc>
              <a:spcBef>
                <a:spcPts val="375"/>
              </a:spcBef>
              <a:spcAft>
                <a:spcPts val="0"/>
              </a:spcAft>
              <a:buSzPts val="2100"/>
              <a:buChar char="●"/>
              <a:defRPr sz="2100"/>
            </a:lvl5pPr>
            <a:lvl6pPr marL="2743200" lvl="5" indent="-361950" algn="l" rtl="0">
              <a:lnSpc>
                <a:spcPct val="90000"/>
              </a:lnSpc>
              <a:spcBef>
                <a:spcPts val="375"/>
              </a:spcBef>
              <a:spcAft>
                <a:spcPts val="0"/>
              </a:spcAft>
              <a:buSzPts val="2100"/>
              <a:buChar char="●"/>
              <a:defRPr sz="2100"/>
            </a:lvl6pPr>
            <a:lvl7pPr marL="3200400" lvl="6" indent="-361950" algn="l" rtl="0">
              <a:lnSpc>
                <a:spcPct val="90000"/>
              </a:lnSpc>
              <a:spcBef>
                <a:spcPts val="375"/>
              </a:spcBef>
              <a:spcAft>
                <a:spcPts val="0"/>
              </a:spcAft>
              <a:buSzPts val="2100"/>
              <a:buChar char="●"/>
              <a:defRPr sz="2100"/>
            </a:lvl7pPr>
            <a:lvl8pPr marL="3657600" lvl="7" indent="-361950" algn="l" rtl="0">
              <a:lnSpc>
                <a:spcPct val="90000"/>
              </a:lnSpc>
              <a:spcBef>
                <a:spcPts val="375"/>
              </a:spcBef>
              <a:spcAft>
                <a:spcPts val="0"/>
              </a:spcAft>
              <a:buSzPts val="2100"/>
              <a:buChar char="●"/>
              <a:defRPr sz="2100"/>
            </a:lvl8pPr>
            <a:lvl9pPr marL="4114800" lvl="8" indent="-361950" algn="l" rtl="0">
              <a:lnSpc>
                <a:spcPct val="90000"/>
              </a:lnSpc>
              <a:spcBef>
                <a:spcPts val="375"/>
              </a:spcBef>
              <a:spcAft>
                <a:spcPts val="375"/>
              </a:spcAft>
              <a:buSzPts val="2100"/>
              <a:buChar char="●"/>
              <a:defRPr sz="2100"/>
            </a:lvl9pPr>
          </a:lstStyle>
          <a:p>
            <a:endParaRPr/>
          </a:p>
        </p:txBody>
      </p:sp>
      <p:sp>
        <p:nvSpPr>
          <p:cNvPr id="525" name="Google Shape;525;p9"/>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26" name="Google Shape;526;p9"/>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27" name="Google Shape;527;p9"/>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1pPr>
            <a:lvl2pPr marL="0" marR="0" lvl="1"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2pPr>
            <a:lvl3pPr marL="0" marR="0" lvl="2"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3pPr>
            <a:lvl4pPr marL="0" marR="0" lvl="3"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4pPr>
            <a:lvl5pPr marL="0" marR="0" lvl="4"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5pPr>
            <a:lvl6pPr marL="0" marR="0" lvl="5"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6pPr>
            <a:lvl7pPr marL="0" marR="0" lvl="6"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7pPr>
            <a:lvl8pPr marL="0" marR="0" lvl="7"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8pPr>
            <a:lvl9pPr marL="0" marR="0" lvl="8"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28"/>
        <p:cNvGrpSpPr/>
        <p:nvPr/>
      </p:nvGrpSpPr>
      <p:grpSpPr>
        <a:xfrm>
          <a:off x="0" y="0"/>
          <a:ext cx="0" cy="0"/>
          <a:chOff x="0" y="0"/>
          <a:chExt cx="0" cy="0"/>
        </a:xfrm>
      </p:grpSpPr>
      <p:sp>
        <p:nvSpPr>
          <p:cNvPr id="529" name="Google Shape;529;p10"/>
          <p:cNvSpPr txBox="1">
            <a:spLocks noGrp="1"/>
          </p:cNvSpPr>
          <p:nvPr>
            <p:ph type="title"/>
          </p:nvPr>
        </p:nvSpPr>
        <p:spPr>
          <a:xfrm>
            <a:off x="5801868" y="1947672"/>
            <a:ext cx="10972800" cy="48828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SzPts val="1400"/>
              <a:buNone/>
              <a:defRPr sz="8850" b="0">
                <a:solidFill>
                  <a:srgbClr val="595959"/>
                </a:solidFill>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530" name="Google Shape;530;p10"/>
          <p:cNvSpPr txBox="1">
            <a:spLocks noGrp="1"/>
          </p:cNvSpPr>
          <p:nvPr>
            <p:ph type="body" idx="1"/>
          </p:nvPr>
        </p:nvSpPr>
        <p:spPr>
          <a:xfrm>
            <a:off x="5829300" y="7008876"/>
            <a:ext cx="10972800" cy="13716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800"/>
              </a:spcBef>
              <a:spcAft>
                <a:spcPts val="0"/>
              </a:spcAft>
              <a:buSzPts val="3300"/>
              <a:buNone/>
              <a:defRPr sz="3300" cap="none">
                <a:solidFill>
                  <a:srgbClr val="595959"/>
                </a:solidFill>
              </a:defRPr>
            </a:lvl1pPr>
            <a:lvl2pPr marL="914400" lvl="1" indent="-228600" algn="l" rtl="0">
              <a:lnSpc>
                <a:spcPct val="90000"/>
              </a:lnSpc>
              <a:spcBef>
                <a:spcPts val="375"/>
              </a:spcBef>
              <a:spcAft>
                <a:spcPts val="0"/>
              </a:spcAft>
              <a:buSzPts val="2700"/>
              <a:buNone/>
              <a:defRPr sz="2700">
                <a:solidFill>
                  <a:srgbClr val="888888"/>
                </a:solidFill>
              </a:defRPr>
            </a:lvl2pPr>
            <a:lvl3pPr marL="1371600" lvl="2" indent="-228600" algn="l" rtl="0">
              <a:lnSpc>
                <a:spcPct val="90000"/>
              </a:lnSpc>
              <a:spcBef>
                <a:spcPts val="375"/>
              </a:spcBef>
              <a:spcAft>
                <a:spcPts val="0"/>
              </a:spcAft>
              <a:buSzPts val="2400"/>
              <a:buNone/>
              <a:defRPr sz="2400">
                <a:solidFill>
                  <a:srgbClr val="888888"/>
                </a:solidFill>
              </a:defRPr>
            </a:lvl3pPr>
            <a:lvl4pPr marL="1828800" lvl="3" indent="-228600" algn="l" rtl="0">
              <a:lnSpc>
                <a:spcPct val="90000"/>
              </a:lnSpc>
              <a:spcBef>
                <a:spcPts val="375"/>
              </a:spcBef>
              <a:spcAft>
                <a:spcPts val="0"/>
              </a:spcAft>
              <a:buSzPts val="2100"/>
              <a:buNone/>
              <a:defRPr sz="2100">
                <a:solidFill>
                  <a:srgbClr val="888888"/>
                </a:solidFill>
              </a:defRPr>
            </a:lvl4pPr>
            <a:lvl5pPr marL="2286000" lvl="4" indent="-228600" algn="l" rtl="0">
              <a:lnSpc>
                <a:spcPct val="90000"/>
              </a:lnSpc>
              <a:spcBef>
                <a:spcPts val="375"/>
              </a:spcBef>
              <a:spcAft>
                <a:spcPts val="0"/>
              </a:spcAft>
              <a:buSzPts val="2100"/>
              <a:buNone/>
              <a:defRPr sz="2100">
                <a:solidFill>
                  <a:srgbClr val="888888"/>
                </a:solidFill>
              </a:defRPr>
            </a:lvl5pPr>
            <a:lvl6pPr marL="2743200" lvl="5" indent="-228600" algn="l" rtl="0">
              <a:lnSpc>
                <a:spcPct val="90000"/>
              </a:lnSpc>
              <a:spcBef>
                <a:spcPts val="375"/>
              </a:spcBef>
              <a:spcAft>
                <a:spcPts val="0"/>
              </a:spcAft>
              <a:buSzPts val="2100"/>
              <a:buNone/>
              <a:defRPr sz="2100">
                <a:solidFill>
                  <a:srgbClr val="888888"/>
                </a:solidFill>
              </a:defRPr>
            </a:lvl6pPr>
            <a:lvl7pPr marL="3200400" lvl="6" indent="-228600" algn="l" rtl="0">
              <a:lnSpc>
                <a:spcPct val="90000"/>
              </a:lnSpc>
              <a:spcBef>
                <a:spcPts val="375"/>
              </a:spcBef>
              <a:spcAft>
                <a:spcPts val="0"/>
              </a:spcAft>
              <a:buSzPts val="2100"/>
              <a:buNone/>
              <a:defRPr sz="2100">
                <a:solidFill>
                  <a:srgbClr val="888888"/>
                </a:solidFill>
              </a:defRPr>
            </a:lvl7pPr>
            <a:lvl8pPr marL="3657600" lvl="7" indent="-228600" algn="l" rtl="0">
              <a:lnSpc>
                <a:spcPct val="90000"/>
              </a:lnSpc>
              <a:spcBef>
                <a:spcPts val="375"/>
              </a:spcBef>
              <a:spcAft>
                <a:spcPts val="0"/>
              </a:spcAft>
              <a:buSzPts val="2100"/>
              <a:buNone/>
              <a:defRPr sz="2100">
                <a:solidFill>
                  <a:srgbClr val="888888"/>
                </a:solidFill>
              </a:defRPr>
            </a:lvl8pPr>
            <a:lvl9pPr marL="4114800" lvl="8" indent="-228600" algn="l" rtl="0">
              <a:lnSpc>
                <a:spcPct val="90000"/>
              </a:lnSpc>
              <a:spcBef>
                <a:spcPts val="375"/>
              </a:spcBef>
              <a:spcAft>
                <a:spcPts val="375"/>
              </a:spcAft>
              <a:buSzPts val="2100"/>
              <a:buNone/>
              <a:defRPr sz="2100">
                <a:solidFill>
                  <a:srgbClr val="888888"/>
                </a:solidFill>
              </a:defRPr>
            </a:lvl9pPr>
          </a:lstStyle>
          <a:p>
            <a:endParaRPr/>
          </a:p>
        </p:txBody>
      </p:sp>
      <p:sp>
        <p:nvSpPr>
          <p:cNvPr id="531" name="Google Shape;531;p10"/>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32" name="Google Shape;532;p10"/>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33" name="Google Shape;533;p10"/>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1pPr>
            <a:lvl2pPr marL="0" marR="0" lvl="1"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2pPr>
            <a:lvl3pPr marL="0" marR="0" lvl="2"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3pPr>
            <a:lvl4pPr marL="0" marR="0" lvl="3"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4pPr>
            <a:lvl5pPr marL="0" marR="0" lvl="4"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5pPr>
            <a:lvl6pPr marL="0" marR="0" lvl="5"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6pPr>
            <a:lvl7pPr marL="0" marR="0" lvl="6"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7pPr>
            <a:lvl8pPr marL="0" marR="0" lvl="7"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8pPr>
            <a:lvl9pPr marL="0" marR="0" lvl="8"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34"/>
        <p:cNvGrpSpPr/>
        <p:nvPr/>
      </p:nvGrpSpPr>
      <p:grpSpPr>
        <a:xfrm>
          <a:off x="0" y="0"/>
          <a:ext cx="0" cy="0"/>
          <a:chOff x="0" y="0"/>
          <a:chExt cx="0" cy="0"/>
        </a:xfrm>
      </p:grpSpPr>
      <p:sp>
        <p:nvSpPr>
          <p:cNvPr id="535" name="Google Shape;535;p11"/>
          <p:cNvSpPr txBox="1">
            <a:spLocks noGrp="1"/>
          </p:cNvSpPr>
          <p:nvPr>
            <p:ph type="title"/>
          </p:nvPr>
        </p:nvSpPr>
        <p:spPr>
          <a:xfrm>
            <a:off x="379412" y="1685925"/>
            <a:ext cx="4421100" cy="6900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536" name="Google Shape;536;p11"/>
          <p:cNvSpPr txBox="1">
            <a:spLocks noGrp="1"/>
          </p:cNvSpPr>
          <p:nvPr>
            <p:ph type="body" idx="1"/>
          </p:nvPr>
        </p:nvSpPr>
        <p:spPr>
          <a:xfrm>
            <a:off x="5797550" y="1295400"/>
            <a:ext cx="10972800" cy="7681800"/>
          </a:xfrm>
          <a:prstGeom prst="rect">
            <a:avLst/>
          </a:prstGeom>
          <a:noFill/>
          <a:ln>
            <a:noFill/>
          </a:ln>
        </p:spPr>
        <p:txBody>
          <a:bodyPr spcFirstLastPara="1" wrap="square" lIns="91425" tIns="45700" rIns="91425" bIns="45700" anchor="ctr" anchorCtr="0">
            <a:noAutofit/>
          </a:bodyPr>
          <a:lstStyle>
            <a:lvl1pPr marL="457200" lvl="0" indent="-342900" algn="l" rtl="0">
              <a:lnSpc>
                <a:spcPct val="90000"/>
              </a:lnSpc>
              <a:spcBef>
                <a:spcPts val="1800"/>
              </a:spcBef>
              <a:spcAft>
                <a:spcPts val="0"/>
              </a:spcAft>
              <a:buSzPts val="1800"/>
              <a:buChar char="●"/>
              <a:defRPr/>
            </a:lvl1pPr>
            <a:lvl2pPr marL="914400" lvl="1" indent="-342900" algn="l" rtl="0">
              <a:lnSpc>
                <a:spcPct val="90000"/>
              </a:lnSpc>
              <a:spcBef>
                <a:spcPts val="375"/>
              </a:spcBef>
              <a:spcAft>
                <a:spcPts val="0"/>
              </a:spcAft>
              <a:buSzPts val="1800"/>
              <a:buChar char="●"/>
              <a:defRPr/>
            </a:lvl2pPr>
            <a:lvl3pPr marL="1371600" lvl="2" indent="-342900" algn="l" rtl="0">
              <a:lnSpc>
                <a:spcPct val="90000"/>
              </a:lnSpc>
              <a:spcBef>
                <a:spcPts val="375"/>
              </a:spcBef>
              <a:spcAft>
                <a:spcPts val="0"/>
              </a:spcAft>
              <a:buSzPts val="1800"/>
              <a:buChar char="●"/>
              <a:defRPr/>
            </a:lvl3pPr>
            <a:lvl4pPr marL="1828800" lvl="3" indent="-342900" algn="l" rtl="0">
              <a:lnSpc>
                <a:spcPct val="90000"/>
              </a:lnSpc>
              <a:spcBef>
                <a:spcPts val="375"/>
              </a:spcBef>
              <a:spcAft>
                <a:spcPts val="0"/>
              </a:spcAft>
              <a:buSzPts val="1800"/>
              <a:buChar char="●"/>
              <a:defRPr/>
            </a:lvl4pPr>
            <a:lvl5pPr marL="2286000" lvl="4" indent="-342900" algn="l" rtl="0">
              <a:lnSpc>
                <a:spcPct val="90000"/>
              </a:lnSpc>
              <a:spcBef>
                <a:spcPts val="375"/>
              </a:spcBef>
              <a:spcAft>
                <a:spcPts val="0"/>
              </a:spcAft>
              <a:buSzPts val="1800"/>
              <a:buChar char="●"/>
              <a:defRPr/>
            </a:lvl5pPr>
            <a:lvl6pPr marL="2743200" lvl="5" indent="-342900" algn="l" rtl="0">
              <a:lnSpc>
                <a:spcPct val="90000"/>
              </a:lnSpc>
              <a:spcBef>
                <a:spcPts val="375"/>
              </a:spcBef>
              <a:spcAft>
                <a:spcPts val="0"/>
              </a:spcAft>
              <a:buSzPts val="1800"/>
              <a:buChar char="●"/>
              <a:defRPr/>
            </a:lvl6pPr>
            <a:lvl7pPr marL="3200400" lvl="6" indent="-342900" algn="l" rtl="0">
              <a:lnSpc>
                <a:spcPct val="90000"/>
              </a:lnSpc>
              <a:spcBef>
                <a:spcPts val="375"/>
              </a:spcBef>
              <a:spcAft>
                <a:spcPts val="0"/>
              </a:spcAft>
              <a:buSzPts val="1800"/>
              <a:buChar char="●"/>
              <a:defRPr/>
            </a:lvl7pPr>
            <a:lvl8pPr marL="3657600" lvl="7" indent="-342900" algn="l" rtl="0">
              <a:lnSpc>
                <a:spcPct val="90000"/>
              </a:lnSpc>
              <a:spcBef>
                <a:spcPts val="375"/>
              </a:spcBef>
              <a:spcAft>
                <a:spcPts val="0"/>
              </a:spcAft>
              <a:buSzPts val="1800"/>
              <a:buChar char="●"/>
              <a:defRPr/>
            </a:lvl8pPr>
            <a:lvl9pPr marL="4114800" lvl="8" indent="-342900" algn="l" rtl="0">
              <a:lnSpc>
                <a:spcPct val="90000"/>
              </a:lnSpc>
              <a:spcBef>
                <a:spcPts val="375"/>
              </a:spcBef>
              <a:spcAft>
                <a:spcPts val="375"/>
              </a:spcAft>
              <a:buSzPts val="1800"/>
              <a:buChar char="●"/>
              <a:defRPr/>
            </a:lvl9pPr>
          </a:lstStyle>
          <a:p>
            <a:endParaRPr/>
          </a:p>
        </p:txBody>
      </p:sp>
      <p:sp>
        <p:nvSpPr>
          <p:cNvPr id="537" name="Google Shape;537;p11"/>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38" name="Google Shape;538;p11"/>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39" name="Google Shape;539;p11"/>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1pPr>
            <a:lvl2pPr marL="0" marR="0" lvl="1"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2pPr>
            <a:lvl3pPr marL="0" marR="0" lvl="2"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3pPr>
            <a:lvl4pPr marL="0" marR="0" lvl="3"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4pPr>
            <a:lvl5pPr marL="0" marR="0" lvl="4"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5pPr>
            <a:lvl6pPr marL="0" marR="0" lvl="5"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6pPr>
            <a:lvl7pPr marL="0" marR="0" lvl="6"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7pPr>
            <a:lvl8pPr marL="0" marR="0" lvl="7"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8pPr>
            <a:lvl9pPr marL="0" marR="0" lvl="8"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549"/>
        <p:cNvGrpSpPr/>
        <p:nvPr/>
      </p:nvGrpSpPr>
      <p:grpSpPr>
        <a:xfrm>
          <a:off x="0" y="0"/>
          <a:ext cx="0" cy="0"/>
          <a:chOff x="0" y="0"/>
          <a:chExt cx="0" cy="0"/>
        </a:xfrm>
      </p:grpSpPr>
      <p:sp>
        <p:nvSpPr>
          <p:cNvPr id="550" name="Google Shape;550;p13"/>
          <p:cNvSpPr txBox="1">
            <a:spLocks noGrp="1"/>
          </p:cNvSpPr>
          <p:nvPr>
            <p:ph type="ctrTitle"/>
          </p:nvPr>
        </p:nvSpPr>
        <p:spPr>
          <a:xfrm>
            <a:off x="1604772" y="1947672"/>
            <a:ext cx="10972800" cy="48828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SzPts val="1400"/>
              <a:buNone/>
              <a:defRPr sz="8850">
                <a:solidFill>
                  <a:srgbClr val="FFFFFF"/>
                </a:solidFill>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551" name="Google Shape;551;p13"/>
          <p:cNvSpPr txBox="1">
            <a:spLocks noGrp="1"/>
          </p:cNvSpPr>
          <p:nvPr>
            <p:ph type="subTitle" idx="1"/>
          </p:nvPr>
        </p:nvSpPr>
        <p:spPr>
          <a:xfrm>
            <a:off x="1650023" y="7005369"/>
            <a:ext cx="10972800" cy="1371600"/>
          </a:xfrm>
          <a:prstGeom prst="rect">
            <a:avLst/>
          </a:prstGeom>
          <a:noFill/>
          <a:ln>
            <a:noFill/>
          </a:ln>
        </p:spPr>
        <p:txBody>
          <a:bodyPr spcFirstLastPara="1" wrap="square" lIns="91425" tIns="45700" rIns="91425" bIns="45700" anchor="t" anchorCtr="0">
            <a:normAutofit/>
          </a:bodyPr>
          <a:lstStyle>
            <a:lvl1pPr lvl="0" algn="l" rtl="0">
              <a:lnSpc>
                <a:spcPct val="90000"/>
              </a:lnSpc>
              <a:spcBef>
                <a:spcPts val="1800"/>
              </a:spcBef>
              <a:spcAft>
                <a:spcPts val="0"/>
              </a:spcAft>
              <a:buSzPts val="3300"/>
              <a:buNone/>
              <a:defRPr sz="3300" cap="none">
                <a:solidFill>
                  <a:srgbClr val="D7F0F6"/>
                </a:solidFill>
              </a:defRPr>
            </a:lvl1pPr>
            <a:lvl2pPr lvl="1" algn="ctr" rtl="0">
              <a:lnSpc>
                <a:spcPct val="90000"/>
              </a:lnSpc>
              <a:spcBef>
                <a:spcPts val="375"/>
              </a:spcBef>
              <a:spcAft>
                <a:spcPts val="0"/>
              </a:spcAft>
              <a:buSzPts val="3300"/>
              <a:buNone/>
              <a:defRPr sz="3300"/>
            </a:lvl2pPr>
            <a:lvl3pPr lvl="2" algn="ctr" rtl="0">
              <a:lnSpc>
                <a:spcPct val="90000"/>
              </a:lnSpc>
              <a:spcBef>
                <a:spcPts val="375"/>
              </a:spcBef>
              <a:spcAft>
                <a:spcPts val="0"/>
              </a:spcAft>
              <a:buSzPts val="3300"/>
              <a:buNone/>
              <a:defRPr sz="3300"/>
            </a:lvl3pPr>
            <a:lvl4pPr lvl="3" algn="ctr" rtl="0">
              <a:lnSpc>
                <a:spcPct val="90000"/>
              </a:lnSpc>
              <a:spcBef>
                <a:spcPts val="375"/>
              </a:spcBef>
              <a:spcAft>
                <a:spcPts val="0"/>
              </a:spcAft>
              <a:buSzPts val="3000"/>
              <a:buNone/>
              <a:defRPr sz="3000"/>
            </a:lvl4pPr>
            <a:lvl5pPr lvl="4" algn="ctr" rtl="0">
              <a:lnSpc>
                <a:spcPct val="90000"/>
              </a:lnSpc>
              <a:spcBef>
                <a:spcPts val="375"/>
              </a:spcBef>
              <a:spcAft>
                <a:spcPts val="0"/>
              </a:spcAft>
              <a:buSzPts val="3000"/>
              <a:buNone/>
              <a:defRPr sz="3000"/>
            </a:lvl5pPr>
            <a:lvl6pPr lvl="5" algn="ctr" rtl="0">
              <a:lnSpc>
                <a:spcPct val="90000"/>
              </a:lnSpc>
              <a:spcBef>
                <a:spcPts val="375"/>
              </a:spcBef>
              <a:spcAft>
                <a:spcPts val="0"/>
              </a:spcAft>
              <a:buSzPts val="3000"/>
              <a:buNone/>
              <a:defRPr sz="3000"/>
            </a:lvl6pPr>
            <a:lvl7pPr lvl="6" algn="ctr" rtl="0">
              <a:lnSpc>
                <a:spcPct val="90000"/>
              </a:lnSpc>
              <a:spcBef>
                <a:spcPts val="375"/>
              </a:spcBef>
              <a:spcAft>
                <a:spcPts val="0"/>
              </a:spcAft>
              <a:buSzPts val="3000"/>
              <a:buNone/>
              <a:defRPr sz="3000"/>
            </a:lvl7pPr>
            <a:lvl8pPr lvl="7" algn="ctr" rtl="0">
              <a:lnSpc>
                <a:spcPct val="90000"/>
              </a:lnSpc>
              <a:spcBef>
                <a:spcPts val="375"/>
              </a:spcBef>
              <a:spcAft>
                <a:spcPts val="0"/>
              </a:spcAft>
              <a:buSzPts val="3000"/>
              <a:buNone/>
              <a:defRPr sz="3000"/>
            </a:lvl8pPr>
            <a:lvl9pPr lvl="8" algn="ctr" rtl="0">
              <a:lnSpc>
                <a:spcPct val="90000"/>
              </a:lnSpc>
              <a:spcBef>
                <a:spcPts val="375"/>
              </a:spcBef>
              <a:spcAft>
                <a:spcPts val="375"/>
              </a:spcAft>
              <a:buSzPts val="3000"/>
              <a:buNone/>
              <a:defRPr sz="3000"/>
            </a:lvl9pPr>
          </a:lstStyle>
          <a:p>
            <a:endParaRPr/>
          </a:p>
        </p:txBody>
      </p:sp>
      <p:sp>
        <p:nvSpPr>
          <p:cNvPr id="552" name="Google Shape;552;p13"/>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53" name="Google Shape;553;p13"/>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54" name="Google Shape;554;p13"/>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1pPr>
            <a:lvl2pPr marL="0" marR="0" lvl="1"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2pPr>
            <a:lvl3pPr marL="0" marR="0" lvl="2"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3pPr>
            <a:lvl4pPr marL="0" marR="0" lvl="3"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4pPr>
            <a:lvl5pPr marL="0" marR="0" lvl="4"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5pPr>
            <a:lvl6pPr marL="0" marR="0" lvl="5"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6pPr>
            <a:lvl7pPr marL="0" marR="0" lvl="6"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7pPr>
            <a:lvl8pPr marL="0" marR="0" lvl="7"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8pPr>
            <a:lvl9pPr marL="0" marR="0" lvl="8"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64"/>
        <p:cNvGrpSpPr/>
        <p:nvPr/>
      </p:nvGrpSpPr>
      <p:grpSpPr>
        <a:xfrm>
          <a:off x="0" y="0"/>
          <a:ext cx="0" cy="0"/>
          <a:chOff x="0" y="0"/>
          <a:chExt cx="0" cy="0"/>
        </a:xfrm>
      </p:grpSpPr>
      <p:sp>
        <p:nvSpPr>
          <p:cNvPr id="565" name="Google Shape;565;p15"/>
          <p:cNvSpPr txBox="1">
            <a:spLocks noGrp="1"/>
          </p:cNvSpPr>
          <p:nvPr>
            <p:ph type="title"/>
          </p:nvPr>
        </p:nvSpPr>
        <p:spPr>
          <a:xfrm>
            <a:off x="384048" y="1714500"/>
            <a:ext cx="4251900" cy="35661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SzPts val="1400"/>
              <a:buNone/>
              <a:defRPr sz="4800" b="0"/>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566" name="Google Shape;566;p15"/>
          <p:cNvSpPr>
            <a:spLocks noGrp="1"/>
          </p:cNvSpPr>
          <p:nvPr>
            <p:ph type="pic" idx="2"/>
          </p:nvPr>
        </p:nvSpPr>
        <p:spPr>
          <a:xfrm>
            <a:off x="5355966" y="1151129"/>
            <a:ext cx="12172800" cy="7996500"/>
          </a:xfrm>
          <a:prstGeom prst="rect">
            <a:avLst/>
          </a:prstGeom>
          <a:solidFill>
            <a:srgbClr val="BFBFBF"/>
          </a:solidFill>
          <a:ln>
            <a:noFill/>
          </a:ln>
        </p:spPr>
        <p:txBody>
          <a:bodyPr/>
          <a:lstStyle/>
          <a:p>
            <a:endParaRPr lang="en-US"/>
          </a:p>
        </p:txBody>
      </p:sp>
      <p:sp>
        <p:nvSpPr>
          <p:cNvPr id="567" name="Google Shape;567;p15"/>
          <p:cNvSpPr txBox="1">
            <a:spLocks noGrp="1"/>
          </p:cNvSpPr>
          <p:nvPr>
            <p:ph type="body" idx="1"/>
          </p:nvPr>
        </p:nvSpPr>
        <p:spPr>
          <a:xfrm>
            <a:off x="384048" y="5239512"/>
            <a:ext cx="4251900" cy="3483900"/>
          </a:xfrm>
          <a:prstGeom prst="rect">
            <a:avLst/>
          </a:prstGeom>
          <a:noFill/>
          <a:ln>
            <a:noFill/>
          </a:ln>
        </p:spPr>
        <p:txBody>
          <a:bodyPr spcFirstLastPara="1" wrap="square" lIns="91425" tIns="45700" rIns="91425" bIns="45700" anchor="t" anchorCtr="0">
            <a:normAutofit/>
          </a:bodyPr>
          <a:lstStyle>
            <a:lvl1pPr marL="457200" lvl="0" indent="-228600" algn="l" rtl="0">
              <a:lnSpc>
                <a:spcPct val="100000"/>
              </a:lnSpc>
              <a:spcBef>
                <a:spcPts val="1800"/>
              </a:spcBef>
              <a:spcAft>
                <a:spcPts val="0"/>
              </a:spcAft>
              <a:buSzPts val="2100"/>
              <a:buNone/>
              <a:defRPr sz="2100">
                <a:solidFill>
                  <a:srgbClr val="FFFFFF"/>
                </a:solidFill>
              </a:defRPr>
            </a:lvl1pPr>
            <a:lvl2pPr marL="914400" lvl="1" indent="-228600" algn="l" rtl="0">
              <a:lnSpc>
                <a:spcPct val="90000"/>
              </a:lnSpc>
              <a:spcBef>
                <a:spcPts val="375"/>
              </a:spcBef>
              <a:spcAft>
                <a:spcPts val="0"/>
              </a:spcAft>
              <a:buSzPts val="1800"/>
              <a:buNone/>
              <a:defRPr sz="1800"/>
            </a:lvl2pPr>
            <a:lvl3pPr marL="1371600" lvl="2" indent="-228600" algn="l" rtl="0">
              <a:lnSpc>
                <a:spcPct val="90000"/>
              </a:lnSpc>
              <a:spcBef>
                <a:spcPts val="375"/>
              </a:spcBef>
              <a:spcAft>
                <a:spcPts val="0"/>
              </a:spcAft>
              <a:buSzPts val="1500"/>
              <a:buNone/>
              <a:defRPr sz="1500"/>
            </a:lvl3pPr>
            <a:lvl4pPr marL="1828800" lvl="3" indent="-228600" algn="l" rtl="0">
              <a:lnSpc>
                <a:spcPct val="90000"/>
              </a:lnSpc>
              <a:spcBef>
                <a:spcPts val="375"/>
              </a:spcBef>
              <a:spcAft>
                <a:spcPts val="0"/>
              </a:spcAft>
              <a:buSzPts val="1350"/>
              <a:buNone/>
              <a:defRPr sz="1350"/>
            </a:lvl4pPr>
            <a:lvl5pPr marL="2286000" lvl="4" indent="-228600" algn="l" rtl="0">
              <a:lnSpc>
                <a:spcPct val="90000"/>
              </a:lnSpc>
              <a:spcBef>
                <a:spcPts val="375"/>
              </a:spcBef>
              <a:spcAft>
                <a:spcPts val="0"/>
              </a:spcAft>
              <a:buSzPts val="1350"/>
              <a:buNone/>
              <a:defRPr sz="1350"/>
            </a:lvl5pPr>
            <a:lvl6pPr marL="2743200" lvl="5" indent="-228600" algn="l" rtl="0">
              <a:lnSpc>
                <a:spcPct val="90000"/>
              </a:lnSpc>
              <a:spcBef>
                <a:spcPts val="375"/>
              </a:spcBef>
              <a:spcAft>
                <a:spcPts val="0"/>
              </a:spcAft>
              <a:buSzPts val="1350"/>
              <a:buNone/>
              <a:defRPr sz="1350"/>
            </a:lvl6pPr>
            <a:lvl7pPr marL="3200400" lvl="6" indent="-228600" algn="l" rtl="0">
              <a:lnSpc>
                <a:spcPct val="90000"/>
              </a:lnSpc>
              <a:spcBef>
                <a:spcPts val="375"/>
              </a:spcBef>
              <a:spcAft>
                <a:spcPts val="0"/>
              </a:spcAft>
              <a:buSzPts val="1350"/>
              <a:buNone/>
              <a:defRPr sz="1350"/>
            </a:lvl7pPr>
            <a:lvl8pPr marL="3657600" lvl="7" indent="-228600" algn="l" rtl="0">
              <a:lnSpc>
                <a:spcPct val="90000"/>
              </a:lnSpc>
              <a:spcBef>
                <a:spcPts val="375"/>
              </a:spcBef>
              <a:spcAft>
                <a:spcPts val="0"/>
              </a:spcAft>
              <a:buSzPts val="1350"/>
              <a:buNone/>
              <a:defRPr sz="1350"/>
            </a:lvl8pPr>
            <a:lvl9pPr marL="4114800" lvl="8" indent="-228600" algn="l" rtl="0">
              <a:lnSpc>
                <a:spcPct val="90000"/>
              </a:lnSpc>
              <a:spcBef>
                <a:spcPts val="375"/>
              </a:spcBef>
              <a:spcAft>
                <a:spcPts val="375"/>
              </a:spcAft>
              <a:buSzPts val="1350"/>
              <a:buNone/>
              <a:defRPr sz="1350"/>
            </a:lvl9pPr>
          </a:lstStyle>
          <a:p>
            <a:endParaRPr/>
          </a:p>
        </p:txBody>
      </p:sp>
      <p:sp>
        <p:nvSpPr>
          <p:cNvPr id="568" name="Google Shape;568;p15"/>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69" name="Google Shape;569;p15"/>
          <p:cNvSpPr txBox="1">
            <a:spLocks noGrp="1"/>
          </p:cNvSpPr>
          <p:nvPr>
            <p:ph type="ftr" idx="11"/>
          </p:nvPr>
        </p:nvSpPr>
        <p:spPr>
          <a:xfrm>
            <a:off x="5248275"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70" name="Google Shape;570;p15"/>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1pPr>
            <a:lvl2pPr marL="0" marR="0" lvl="1"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2pPr>
            <a:lvl3pPr marL="0" marR="0" lvl="2"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3pPr>
            <a:lvl4pPr marL="0" marR="0" lvl="3"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4pPr>
            <a:lvl5pPr marL="0" marR="0" lvl="4"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5pPr>
            <a:lvl6pPr marL="0" marR="0" lvl="5"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6pPr>
            <a:lvl7pPr marL="0" marR="0" lvl="6"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7pPr>
            <a:lvl8pPr marL="0" marR="0" lvl="7"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8pPr>
            <a:lvl9pPr marL="0" marR="0" lvl="8"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10" Type="http://schemas.openxmlformats.org/officeDocument/2006/relationships/image" Target="../media/image1.png"/><Relationship Id="rId4" Type="http://schemas.openxmlformats.org/officeDocument/2006/relationships/slideLayout" Target="../slideLayouts/slideLayout5.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10.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68"/>
        <p:cNvGrpSpPr/>
        <p:nvPr/>
      </p:nvGrpSpPr>
      <p:grpSpPr>
        <a:xfrm>
          <a:off x="0" y="0"/>
          <a:ext cx="0" cy="0"/>
          <a:chOff x="0" y="0"/>
          <a:chExt cx="0" cy="0"/>
        </a:xfrm>
      </p:grpSpPr>
      <p:pic>
        <p:nvPicPr>
          <p:cNvPr id="469" name="Google Shape;469;p1"/>
          <p:cNvPicPr preferRelativeResize="0"/>
          <p:nvPr/>
        </p:nvPicPr>
        <p:blipFill rotWithShape="1">
          <a:blip r:embed="rId3">
            <a:alphaModFix/>
          </a:blip>
          <a:srcRect/>
          <a:stretch/>
        </p:blipFill>
        <p:spPr>
          <a:xfrm>
            <a:off x="16078200" y="204787"/>
            <a:ext cx="1322387" cy="1322387"/>
          </a:xfrm>
          <a:prstGeom prst="rect">
            <a:avLst/>
          </a:prstGeom>
          <a:noFill/>
          <a:ln>
            <a:noFill/>
          </a:ln>
        </p:spPr>
      </p:pic>
      <p:sp>
        <p:nvSpPr>
          <p:cNvPr id="470" name="Google Shape;470;p1"/>
          <p:cNvSpPr txBox="1">
            <a:spLocks noGrp="1"/>
          </p:cNvSpPr>
          <p:nvPr>
            <p:ph type="title"/>
          </p:nvPr>
        </p:nvSpPr>
        <p:spPr>
          <a:xfrm>
            <a:off x="379412" y="1685925"/>
            <a:ext cx="4421100" cy="69009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1pPr>
            <a:lvl2pPr marR="0" lvl="1"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2pPr>
            <a:lvl3pPr marR="0" lvl="2"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3pPr>
            <a:lvl4pPr marR="0" lvl="3"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4pPr>
            <a:lvl5pPr marR="0" lvl="4"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5pPr>
            <a:lvl6pPr marR="0" lvl="5"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6pPr>
            <a:lvl7pPr marR="0" lvl="6"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7pPr>
            <a:lvl8pPr marR="0" lvl="7"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8pPr>
            <a:lvl9pPr marR="0" lvl="8"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9pPr>
          </a:lstStyle>
          <a:p>
            <a:endParaRPr/>
          </a:p>
        </p:txBody>
      </p:sp>
      <p:sp>
        <p:nvSpPr>
          <p:cNvPr id="471" name="Google Shape;471;p1"/>
          <p:cNvSpPr txBox="1">
            <a:spLocks noGrp="1"/>
          </p:cNvSpPr>
          <p:nvPr>
            <p:ph type="body" idx="1"/>
          </p:nvPr>
        </p:nvSpPr>
        <p:spPr>
          <a:xfrm>
            <a:off x="5797550" y="1295400"/>
            <a:ext cx="10972800" cy="7681800"/>
          </a:xfrm>
          <a:prstGeom prst="rect">
            <a:avLst/>
          </a:prstGeom>
          <a:noFill/>
          <a:ln>
            <a:noFill/>
          </a:ln>
        </p:spPr>
        <p:txBody>
          <a:bodyPr spcFirstLastPara="1" wrap="square" lIns="91425" tIns="45700" rIns="91425" bIns="45700" anchor="ctr" anchorCtr="0">
            <a:noAutofit/>
          </a:bodyPr>
          <a:lstStyle>
            <a:lvl1pPr marL="457200" marR="0" lvl="0" indent="-419100" algn="l" rtl="0">
              <a:lnSpc>
                <a:spcPct val="90000"/>
              </a:lnSpc>
              <a:spcBef>
                <a:spcPts val="1800"/>
              </a:spcBef>
              <a:spcAft>
                <a:spcPts val="0"/>
              </a:spcAft>
              <a:buClr>
                <a:schemeClr val="accent1"/>
              </a:buClr>
              <a:buSzPts val="3000"/>
              <a:buFont typeface="Noto Sans Symbols"/>
              <a:buChar char="●"/>
              <a:defRPr sz="3000" b="0" i="0" u="none" strike="noStrike" cap="none">
                <a:solidFill>
                  <a:srgbClr val="595959"/>
                </a:solidFill>
                <a:latin typeface="Corbel"/>
                <a:ea typeface="Corbel"/>
                <a:cs typeface="Corbel"/>
                <a:sym typeface="Corbel"/>
              </a:defRPr>
            </a:lvl1pPr>
            <a:lvl2pPr marL="914400" marR="0" lvl="1" indent="-400050" algn="l" rtl="0">
              <a:lnSpc>
                <a:spcPct val="90000"/>
              </a:lnSpc>
              <a:spcBef>
                <a:spcPts val="375"/>
              </a:spcBef>
              <a:spcAft>
                <a:spcPts val="0"/>
              </a:spcAft>
              <a:buClr>
                <a:schemeClr val="accent1"/>
              </a:buClr>
              <a:buSzPts val="2700"/>
              <a:buFont typeface="Noto Sans Symbols"/>
              <a:buChar char="●"/>
              <a:defRPr sz="2700" b="0" i="0" u="none" strike="noStrike" cap="none">
                <a:solidFill>
                  <a:srgbClr val="595959"/>
                </a:solidFill>
                <a:latin typeface="Corbel"/>
                <a:ea typeface="Corbel"/>
                <a:cs typeface="Corbel"/>
                <a:sym typeface="Corbel"/>
              </a:defRPr>
            </a:lvl2pPr>
            <a:lvl3pPr marL="1371600" marR="0" lvl="2" indent="-381000" algn="l" rtl="0">
              <a:lnSpc>
                <a:spcPct val="90000"/>
              </a:lnSpc>
              <a:spcBef>
                <a:spcPts val="375"/>
              </a:spcBef>
              <a:spcAft>
                <a:spcPts val="0"/>
              </a:spcAft>
              <a:buClr>
                <a:schemeClr val="accent1"/>
              </a:buClr>
              <a:buSzPts val="2400"/>
              <a:buFont typeface="Noto Sans Symbols"/>
              <a:buChar char="●"/>
              <a:defRPr sz="2400" b="0" i="0" u="none" strike="noStrike" cap="none">
                <a:solidFill>
                  <a:srgbClr val="595959"/>
                </a:solidFill>
                <a:latin typeface="Corbel"/>
                <a:ea typeface="Corbel"/>
                <a:cs typeface="Corbel"/>
                <a:sym typeface="Corbel"/>
              </a:defRPr>
            </a:lvl3pPr>
            <a:lvl4pPr marL="1828800" marR="0" lvl="3"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4pPr>
            <a:lvl5pPr marL="2286000" marR="0" lvl="4"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5pPr>
            <a:lvl6pPr marL="2743200" marR="0" lvl="5"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6pPr>
            <a:lvl7pPr marL="3200400" marR="0" lvl="6"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7pPr>
            <a:lvl8pPr marL="3657600" marR="0" lvl="7"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8pPr>
            <a:lvl9pPr marL="4114800" marR="0" lvl="8" indent="-361950" algn="l" rtl="0">
              <a:lnSpc>
                <a:spcPct val="90000"/>
              </a:lnSpc>
              <a:spcBef>
                <a:spcPts val="375"/>
              </a:spcBef>
              <a:spcAft>
                <a:spcPts val="375"/>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9pPr>
          </a:lstStyle>
          <a:p>
            <a:endParaRPr/>
          </a:p>
        </p:txBody>
      </p:sp>
      <p:sp>
        <p:nvSpPr>
          <p:cNvPr id="472" name="Google Shape;472;p1"/>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strike="noStrike" cap="none">
                <a:solidFill>
                  <a:srgbClr val="7F7F7F"/>
                </a:solidFill>
                <a:latin typeface="Corbel"/>
                <a:ea typeface="Corbel"/>
                <a:cs typeface="Corbel"/>
                <a:sym typeface="Corbel"/>
              </a:defRPr>
            </a:lvl1pPr>
            <a:lvl2pPr marR="0" lvl="1"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473" name="Google Shape;473;p1"/>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strike="noStrike" cap="none">
                <a:solidFill>
                  <a:srgbClr val="7F7F7F"/>
                </a:solidFill>
                <a:latin typeface="Corbel"/>
                <a:ea typeface="Corbel"/>
                <a:cs typeface="Corbel"/>
                <a:sym typeface="Corbel"/>
              </a:defRPr>
            </a:lvl1pPr>
            <a:lvl2pPr marR="0" lvl="1"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474" name="Google Shape;474;p1"/>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1pPr>
            <a:lvl2pPr marL="0" marR="0" lvl="1"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2pPr>
            <a:lvl3pPr marL="0" marR="0" lvl="2"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3pPr>
            <a:lvl4pPr marL="0" marR="0" lvl="3"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4pPr>
            <a:lvl5pPr marL="0" marR="0" lvl="4"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5pPr>
            <a:lvl6pPr marL="0" marR="0" lvl="5"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6pPr>
            <a:lvl7pPr marL="0" marR="0" lvl="6"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7pPr>
            <a:lvl8pPr marL="0" marR="0" lvl="7"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8pPr>
            <a:lvl9pPr marL="0" marR="0" lvl="8"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sz="1400" b="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79"/>
        <p:cNvGrpSpPr/>
        <p:nvPr/>
      </p:nvGrpSpPr>
      <p:grpSpPr>
        <a:xfrm>
          <a:off x="0" y="0"/>
          <a:ext cx="0" cy="0"/>
          <a:chOff x="0" y="0"/>
          <a:chExt cx="0" cy="0"/>
        </a:xfrm>
      </p:grpSpPr>
      <p:sp>
        <p:nvSpPr>
          <p:cNvPr id="480" name="Google Shape;480;p3"/>
          <p:cNvSpPr/>
          <p:nvPr/>
        </p:nvSpPr>
        <p:spPr>
          <a:xfrm>
            <a:off x="0" y="1138237"/>
            <a:ext cx="5165700" cy="79962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481" name="Google Shape;481;p3"/>
          <p:cNvSpPr txBox="1">
            <a:spLocks noGrp="1"/>
          </p:cNvSpPr>
          <p:nvPr>
            <p:ph type="title"/>
          </p:nvPr>
        </p:nvSpPr>
        <p:spPr>
          <a:xfrm>
            <a:off x="379412" y="1685925"/>
            <a:ext cx="4421100" cy="69009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1pPr>
            <a:lvl2pPr marR="0" lvl="1"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2pPr>
            <a:lvl3pPr marR="0" lvl="2"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3pPr>
            <a:lvl4pPr marR="0" lvl="3"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4pPr>
            <a:lvl5pPr marR="0" lvl="4"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5pPr>
            <a:lvl6pPr marR="0" lvl="5"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6pPr>
            <a:lvl7pPr marR="0" lvl="6"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7pPr>
            <a:lvl8pPr marR="0" lvl="7"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8pPr>
            <a:lvl9pPr marR="0" lvl="8"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9pPr>
          </a:lstStyle>
          <a:p>
            <a:endParaRPr/>
          </a:p>
        </p:txBody>
      </p:sp>
      <p:sp>
        <p:nvSpPr>
          <p:cNvPr id="482" name="Google Shape;482;p3"/>
          <p:cNvSpPr/>
          <p:nvPr/>
        </p:nvSpPr>
        <p:spPr>
          <a:xfrm>
            <a:off x="17724437" y="1138237"/>
            <a:ext cx="574800" cy="7996200"/>
          </a:xfrm>
          <a:prstGeom prst="rect">
            <a:avLst/>
          </a:prstGeom>
          <a:solidFill>
            <a:srgbClr val="C8C8C8">
              <a:alpha val="4980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483" name="Google Shape;483;p3"/>
          <p:cNvSpPr txBox="1">
            <a:spLocks noGrp="1"/>
          </p:cNvSpPr>
          <p:nvPr>
            <p:ph type="body" idx="1"/>
          </p:nvPr>
        </p:nvSpPr>
        <p:spPr>
          <a:xfrm>
            <a:off x="5797550" y="1295400"/>
            <a:ext cx="10972800" cy="7681800"/>
          </a:xfrm>
          <a:prstGeom prst="rect">
            <a:avLst/>
          </a:prstGeom>
          <a:noFill/>
          <a:ln>
            <a:noFill/>
          </a:ln>
        </p:spPr>
        <p:txBody>
          <a:bodyPr spcFirstLastPara="1" wrap="square" lIns="91425" tIns="45700" rIns="91425" bIns="45700" anchor="ctr" anchorCtr="0">
            <a:noAutofit/>
          </a:bodyPr>
          <a:lstStyle>
            <a:lvl1pPr marL="457200" marR="0" lvl="0" indent="-419100" algn="l" rtl="0">
              <a:lnSpc>
                <a:spcPct val="90000"/>
              </a:lnSpc>
              <a:spcBef>
                <a:spcPts val="1800"/>
              </a:spcBef>
              <a:spcAft>
                <a:spcPts val="0"/>
              </a:spcAft>
              <a:buClr>
                <a:schemeClr val="accent1"/>
              </a:buClr>
              <a:buSzPts val="3000"/>
              <a:buFont typeface="Noto Sans Symbols"/>
              <a:buChar char="●"/>
              <a:defRPr sz="3000" b="0" i="0" u="none" strike="noStrike" cap="none">
                <a:solidFill>
                  <a:srgbClr val="595959"/>
                </a:solidFill>
                <a:latin typeface="Corbel"/>
                <a:ea typeface="Corbel"/>
                <a:cs typeface="Corbel"/>
                <a:sym typeface="Corbel"/>
              </a:defRPr>
            </a:lvl1pPr>
            <a:lvl2pPr marL="914400" marR="0" lvl="1" indent="-400050" algn="l" rtl="0">
              <a:lnSpc>
                <a:spcPct val="90000"/>
              </a:lnSpc>
              <a:spcBef>
                <a:spcPts val="375"/>
              </a:spcBef>
              <a:spcAft>
                <a:spcPts val="0"/>
              </a:spcAft>
              <a:buClr>
                <a:schemeClr val="accent1"/>
              </a:buClr>
              <a:buSzPts val="2700"/>
              <a:buFont typeface="Noto Sans Symbols"/>
              <a:buChar char="●"/>
              <a:defRPr sz="2700" b="0" i="0" u="none" strike="noStrike" cap="none">
                <a:solidFill>
                  <a:srgbClr val="595959"/>
                </a:solidFill>
                <a:latin typeface="Corbel"/>
                <a:ea typeface="Corbel"/>
                <a:cs typeface="Corbel"/>
                <a:sym typeface="Corbel"/>
              </a:defRPr>
            </a:lvl2pPr>
            <a:lvl3pPr marL="1371600" marR="0" lvl="2" indent="-381000" algn="l" rtl="0">
              <a:lnSpc>
                <a:spcPct val="90000"/>
              </a:lnSpc>
              <a:spcBef>
                <a:spcPts val="375"/>
              </a:spcBef>
              <a:spcAft>
                <a:spcPts val="0"/>
              </a:spcAft>
              <a:buClr>
                <a:schemeClr val="accent1"/>
              </a:buClr>
              <a:buSzPts val="2400"/>
              <a:buFont typeface="Noto Sans Symbols"/>
              <a:buChar char="●"/>
              <a:defRPr sz="2400" b="0" i="0" u="none" strike="noStrike" cap="none">
                <a:solidFill>
                  <a:srgbClr val="595959"/>
                </a:solidFill>
                <a:latin typeface="Corbel"/>
                <a:ea typeface="Corbel"/>
                <a:cs typeface="Corbel"/>
                <a:sym typeface="Corbel"/>
              </a:defRPr>
            </a:lvl3pPr>
            <a:lvl4pPr marL="1828800" marR="0" lvl="3"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4pPr>
            <a:lvl5pPr marL="2286000" marR="0" lvl="4"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5pPr>
            <a:lvl6pPr marL="2743200" marR="0" lvl="5"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6pPr>
            <a:lvl7pPr marL="3200400" marR="0" lvl="6"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7pPr>
            <a:lvl8pPr marL="3657600" marR="0" lvl="7"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8pPr>
            <a:lvl9pPr marL="4114800" marR="0" lvl="8" indent="-361950" algn="l" rtl="0">
              <a:lnSpc>
                <a:spcPct val="90000"/>
              </a:lnSpc>
              <a:spcBef>
                <a:spcPts val="375"/>
              </a:spcBef>
              <a:spcAft>
                <a:spcPts val="375"/>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9pPr>
          </a:lstStyle>
          <a:p>
            <a:endParaRPr/>
          </a:p>
        </p:txBody>
      </p:sp>
      <p:sp>
        <p:nvSpPr>
          <p:cNvPr id="484" name="Google Shape;484;p3"/>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a:solidFill>
                  <a:srgbClr val="7F7F7F"/>
                </a:solidFill>
                <a:latin typeface="Corbel"/>
                <a:ea typeface="Corbel"/>
                <a:cs typeface="Corbel"/>
                <a:sym typeface="Corbel"/>
              </a:defRPr>
            </a:lvl1pPr>
            <a:lvl2pPr marR="0" lvl="1"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485" name="Google Shape;485;p3"/>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a:solidFill>
                  <a:srgbClr val="7F7F7F"/>
                </a:solidFill>
                <a:latin typeface="Corbel"/>
                <a:ea typeface="Corbel"/>
                <a:cs typeface="Corbel"/>
                <a:sym typeface="Corbel"/>
              </a:defRPr>
            </a:lvl1pPr>
            <a:lvl2pPr marR="0" lvl="1"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486" name="Google Shape;486;p3"/>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1pPr>
            <a:lvl2pPr marL="0" marR="0" lvl="1"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2pPr>
            <a:lvl3pPr marL="0" marR="0" lvl="2"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3pPr>
            <a:lvl4pPr marL="0" marR="0" lvl="3"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4pPr>
            <a:lvl5pPr marL="0" marR="0" lvl="4"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5pPr>
            <a:lvl6pPr marL="0" marR="0" lvl="5"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6pPr>
            <a:lvl7pPr marL="0" marR="0" lvl="6"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7pPr>
            <a:lvl8pPr marL="0" marR="0" lvl="7"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8pPr>
            <a:lvl9pPr marL="0" marR="0" lvl="8"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sz="1400" b="0">
              <a:solidFill>
                <a:srgbClr val="000000"/>
              </a:solidFill>
              <a:latin typeface="Arial"/>
              <a:ea typeface="Arial"/>
              <a:cs typeface="Arial"/>
              <a:sym typeface="Arial"/>
            </a:endParaRPr>
          </a:p>
        </p:txBody>
      </p:sp>
      <p:sp>
        <p:nvSpPr>
          <p:cNvPr id="487" name="Google Shape;487;p3"/>
          <p:cNvSpPr/>
          <p:nvPr/>
        </p:nvSpPr>
        <p:spPr>
          <a:xfrm>
            <a:off x="15614650" y="1295400"/>
            <a:ext cx="1155600" cy="1097100"/>
          </a:xfrm>
          <a:prstGeom prst="ellipse">
            <a:avLst/>
          </a:prstGeom>
          <a:blipFill rotWithShape="1">
            <a:blip r:embed="rId10">
              <a:alphaModFix/>
            </a:blip>
            <a:stretch>
              <a:fillRect/>
            </a:stretch>
          </a:blipFill>
          <a:ln w="10775" cap="flat" cmpd="sng">
            <a:solidFill>
              <a:srgbClr val="154D5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40"/>
        <p:cNvGrpSpPr/>
        <p:nvPr/>
      </p:nvGrpSpPr>
      <p:grpSpPr>
        <a:xfrm>
          <a:off x="0" y="0"/>
          <a:ext cx="0" cy="0"/>
          <a:chOff x="0" y="0"/>
          <a:chExt cx="0" cy="0"/>
        </a:xfrm>
      </p:grpSpPr>
      <p:sp>
        <p:nvSpPr>
          <p:cNvPr id="541" name="Google Shape;541;p12"/>
          <p:cNvSpPr/>
          <p:nvPr/>
        </p:nvSpPr>
        <p:spPr>
          <a:xfrm>
            <a:off x="0" y="1143000"/>
            <a:ext cx="13712700" cy="8001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542" name="Google Shape;542;p12"/>
          <p:cNvSpPr/>
          <p:nvPr/>
        </p:nvSpPr>
        <p:spPr>
          <a:xfrm>
            <a:off x="13904912" y="1143000"/>
            <a:ext cx="4387800" cy="8001000"/>
          </a:xfrm>
          <a:prstGeom prst="rect">
            <a:avLst/>
          </a:prstGeom>
          <a:solidFill>
            <a:srgbClr val="C8C8C8">
              <a:alpha val="4980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543" name="Google Shape;543;p12"/>
          <p:cNvSpPr/>
          <p:nvPr/>
        </p:nvSpPr>
        <p:spPr>
          <a:xfrm>
            <a:off x="12577762" y="1163637"/>
            <a:ext cx="1135200" cy="1150800"/>
          </a:xfrm>
          <a:prstGeom prst="ellipse">
            <a:avLst/>
          </a:prstGeom>
          <a:blipFill rotWithShape="1">
            <a:blip r:embed="rId3">
              <a:alphaModFix/>
            </a:blip>
            <a:stretch>
              <a:fillRect/>
            </a:stretch>
          </a:blipFill>
          <a:ln w="10775" cap="flat" cmpd="sng">
            <a:solidFill>
              <a:srgbClr val="154D5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544" name="Google Shape;544;p12"/>
          <p:cNvSpPr txBox="1">
            <a:spLocks noGrp="1"/>
          </p:cNvSpPr>
          <p:nvPr>
            <p:ph type="title"/>
          </p:nvPr>
        </p:nvSpPr>
        <p:spPr>
          <a:xfrm>
            <a:off x="379412" y="1685925"/>
            <a:ext cx="4421100" cy="69009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1pPr>
            <a:lvl2pPr marR="0" lvl="1"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2pPr>
            <a:lvl3pPr marR="0" lvl="2"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3pPr>
            <a:lvl4pPr marR="0" lvl="3"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4pPr>
            <a:lvl5pPr marR="0" lvl="4"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5pPr>
            <a:lvl6pPr marR="0" lvl="5"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6pPr>
            <a:lvl7pPr marR="0" lvl="6"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7pPr>
            <a:lvl8pPr marR="0" lvl="7"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8pPr>
            <a:lvl9pPr marR="0" lvl="8"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9pPr>
          </a:lstStyle>
          <a:p>
            <a:endParaRPr/>
          </a:p>
        </p:txBody>
      </p:sp>
      <p:sp>
        <p:nvSpPr>
          <p:cNvPr id="545" name="Google Shape;545;p12"/>
          <p:cNvSpPr txBox="1">
            <a:spLocks noGrp="1"/>
          </p:cNvSpPr>
          <p:nvPr>
            <p:ph type="body" idx="1"/>
          </p:nvPr>
        </p:nvSpPr>
        <p:spPr>
          <a:xfrm>
            <a:off x="5797550" y="1295400"/>
            <a:ext cx="10972800" cy="7681800"/>
          </a:xfrm>
          <a:prstGeom prst="rect">
            <a:avLst/>
          </a:prstGeom>
          <a:noFill/>
          <a:ln>
            <a:noFill/>
          </a:ln>
        </p:spPr>
        <p:txBody>
          <a:bodyPr spcFirstLastPara="1" wrap="square" lIns="91425" tIns="45700" rIns="91425" bIns="45700" anchor="ctr" anchorCtr="0">
            <a:noAutofit/>
          </a:bodyPr>
          <a:lstStyle>
            <a:lvl1pPr marL="457200" marR="0" lvl="0" indent="-419100" algn="l" rtl="0">
              <a:lnSpc>
                <a:spcPct val="90000"/>
              </a:lnSpc>
              <a:spcBef>
                <a:spcPts val="1800"/>
              </a:spcBef>
              <a:spcAft>
                <a:spcPts val="0"/>
              </a:spcAft>
              <a:buClr>
                <a:schemeClr val="accent1"/>
              </a:buClr>
              <a:buSzPts val="3000"/>
              <a:buFont typeface="Noto Sans Symbols"/>
              <a:buChar char="●"/>
              <a:defRPr sz="3000" b="0" i="0" u="none" strike="noStrike" cap="none">
                <a:solidFill>
                  <a:srgbClr val="595959"/>
                </a:solidFill>
                <a:latin typeface="Corbel"/>
                <a:ea typeface="Corbel"/>
                <a:cs typeface="Corbel"/>
                <a:sym typeface="Corbel"/>
              </a:defRPr>
            </a:lvl1pPr>
            <a:lvl2pPr marL="914400" marR="0" lvl="1" indent="-400050" algn="l" rtl="0">
              <a:lnSpc>
                <a:spcPct val="90000"/>
              </a:lnSpc>
              <a:spcBef>
                <a:spcPts val="375"/>
              </a:spcBef>
              <a:spcAft>
                <a:spcPts val="0"/>
              </a:spcAft>
              <a:buClr>
                <a:schemeClr val="accent1"/>
              </a:buClr>
              <a:buSzPts val="2700"/>
              <a:buFont typeface="Noto Sans Symbols"/>
              <a:buChar char="●"/>
              <a:defRPr sz="2700" b="0" i="0" u="none" strike="noStrike" cap="none">
                <a:solidFill>
                  <a:srgbClr val="595959"/>
                </a:solidFill>
                <a:latin typeface="Corbel"/>
                <a:ea typeface="Corbel"/>
                <a:cs typeface="Corbel"/>
                <a:sym typeface="Corbel"/>
              </a:defRPr>
            </a:lvl2pPr>
            <a:lvl3pPr marL="1371600" marR="0" lvl="2" indent="-381000" algn="l" rtl="0">
              <a:lnSpc>
                <a:spcPct val="90000"/>
              </a:lnSpc>
              <a:spcBef>
                <a:spcPts val="375"/>
              </a:spcBef>
              <a:spcAft>
                <a:spcPts val="0"/>
              </a:spcAft>
              <a:buClr>
                <a:schemeClr val="accent1"/>
              </a:buClr>
              <a:buSzPts val="2400"/>
              <a:buFont typeface="Noto Sans Symbols"/>
              <a:buChar char="●"/>
              <a:defRPr sz="2400" b="0" i="0" u="none" strike="noStrike" cap="none">
                <a:solidFill>
                  <a:srgbClr val="595959"/>
                </a:solidFill>
                <a:latin typeface="Corbel"/>
                <a:ea typeface="Corbel"/>
                <a:cs typeface="Corbel"/>
                <a:sym typeface="Corbel"/>
              </a:defRPr>
            </a:lvl3pPr>
            <a:lvl4pPr marL="1828800" marR="0" lvl="3"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4pPr>
            <a:lvl5pPr marL="2286000" marR="0" lvl="4"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5pPr>
            <a:lvl6pPr marL="2743200" marR="0" lvl="5"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6pPr>
            <a:lvl7pPr marL="3200400" marR="0" lvl="6"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7pPr>
            <a:lvl8pPr marL="3657600" marR="0" lvl="7"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8pPr>
            <a:lvl9pPr marL="4114800" marR="0" lvl="8" indent="-361950" algn="l" rtl="0">
              <a:lnSpc>
                <a:spcPct val="90000"/>
              </a:lnSpc>
              <a:spcBef>
                <a:spcPts val="375"/>
              </a:spcBef>
              <a:spcAft>
                <a:spcPts val="375"/>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9pPr>
          </a:lstStyle>
          <a:p>
            <a:endParaRPr/>
          </a:p>
        </p:txBody>
      </p:sp>
      <p:sp>
        <p:nvSpPr>
          <p:cNvPr id="546" name="Google Shape;546;p12"/>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a:solidFill>
                  <a:srgbClr val="7F7F7F"/>
                </a:solidFill>
                <a:latin typeface="Corbel"/>
                <a:ea typeface="Corbel"/>
                <a:cs typeface="Corbel"/>
                <a:sym typeface="Corbel"/>
              </a:defRPr>
            </a:lvl1pPr>
            <a:lvl2pPr marR="0" lvl="1"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547" name="Google Shape;547;p12"/>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a:solidFill>
                  <a:srgbClr val="7F7F7F"/>
                </a:solidFill>
                <a:latin typeface="Corbel"/>
                <a:ea typeface="Corbel"/>
                <a:cs typeface="Corbel"/>
                <a:sym typeface="Corbel"/>
              </a:defRPr>
            </a:lvl1pPr>
            <a:lvl2pPr marR="0" lvl="1"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548" name="Google Shape;548;p12"/>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1pPr>
            <a:lvl2pPr marL="0" marR="0" lvl="1"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2pPr>
            <a:lvl3pPr marL="0" marR="0" lvl="2"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3pPr>
            <a:lvl4pPr marL="0" marR="0" lvl="3"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4pPr>
            <a:lvl5pPr marL="0" marR="0" lvl="4"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5pPr>
            <a:lvl6pPr marL="0" marR="0" lvl="5"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6pPr>
            <a:lvl7pPr marL="0" marR="0" lvl="6"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7pPr>
            <a:lvl8pPr marL="0" marR="0" lvl="7"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8pPr>
            <a:lvl9pPr marL="0" marR="0" lvl="8"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sz="1400" b="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55"/>
        <p:cNvGrpSpPr/>
        <p:nvPr/>
      </p:nvGrpSpPr>
      <p:grpSpPr>
        <a:xfrm>
          <a:off x="0" y="0"/>
          <a:ext cx="0" cy="0"/>
          <a:chOff x="0" y="0"/>
          <a:chExt cx="0" cy="0"/>
        </a:xfrm>
      </p:grpSpPr>
      <p:sp>
        <p:nvSpPr>
          <p:cNvPr id="556" name="Google Shape;556;p14"/>
          <p:cNvSpPr/>
          <p:nvPr/>
        </p:nvSpPr>
        <p:spPr>
          <a:xfrm>
            <a:off x="0" y="1138237"/>
            <a:ext cx="5165700" cy="79962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557" name="Google Shape;557;p14"/>
          <p:cNvSpPr/>
          <p:nvPr/>
        </p:nvSpPr>
        <p:spPr>
          <a:xfrm>
            <a:off x="17724437" y="1138237"/>
            <a:ext cx="574800" cy="7996200"/>
          </a:xfrm>
          <a:prstGeom prst="rect">
            <a:avLst/>
          </a:prstGeom>
          <a:solidFill>
            <a:srgbClr val="C8C8C8">
              <a:alpha val="4980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558" name="Google Shape;558;p14"/>
          <p:cNvSpPr/>
          <p:nvPr/>
        </p:nvSpPr>
        <p:spPr>
          <a:xfrm>
            <a:off x="15614650" y="1295400"/>
            <a:ext cx="1155600" cy="1097100"/>
          </a:xfrm>
          <a:prstGeom prst="ellipse">
            <a:avLst/>
          </a:prstGeom>
          <a:blipFill rotWithShape="1">
            <a:blip r:embed="rId3">
              <a:alphaModFix/>
            </a:blip>
            <a:stretch>
              <a:fillRect/>
            </a:stretch>
          </a:blipFill>
          <a:ln w="10775" cap="flat" cmpd="sng">
            <a:solidFill>
              <a:srgbClr val="154D5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559" name="Google Shape;559;p14"/>
          <p:cNvSpPr txBox="1">
            <a:spLocks noGrp="1"/>
          </p:cNvSpPr>
          <p:nvPr>
            <p:ph type="title"/>
          </p:nvPr>
        </p:nvSpPr>
        <p:spPr>
          <a:xfrm>
            <a:off x="379412" y="1685925"/>
            <a:ext cx="4421100" cy="69009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1pPr>
            <a:lvl2pPr marR="0" lvl="1"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2pPr>
            <a:lvl3pPr marR="0" lvl="2"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3pPr>
            <a:lvl4pPr marR="0" lvl="3"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4pPr>
            <a:lvl5pPr marR="0" lvl="4"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5pPr>
            <a:lvl6pPr marR="0" lvl="5"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6pPr>
            <a:lvl7pPr marR="0" lvl="6"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7pPr>
            <a:lvl8pPr marR="0" lvl="7"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8pPr>
            <a:lvl9pPr marR="0" lvl="8"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9pPr>
          </a:lstStyle>
          <a:p>
            <a:endParaRPr/>
          </a:p>
        </p:txBody>
      </p:sp>
      <p:sp>
        <p:nvSpPr>
          <p:cNvPr id="560" name="Google Shape;560;p14"/>
          <p:cNvSpPr txBox="1">
            <a:spLocks noGrp="1"/>
          </p:cNvSpPr>
          <p:nvPr>
            <p:ph type="body" idx="1"/>
          </p:nvPr>
        </p:nvSpPr>
        <p:spPr>
          <a:xfrm>
            <a:off x="5797550" y="1295400"/>
            <a:ext cx="10972800" cy="7681800"/>
          </a:xfrm>
          <a:prstGeom prst="rect">
            <a:avLst/>
          </a:prstGeom>
          <a:noFill/>
          <a:ln>
            <a:noFill/>
          </a:ln>
        </p:spPr>
        <p:txBody>
          <a:bodyPr spcFirstLastPara="1" wrap="square" lIns="91425" tIns="45700" rIns="91425" bIns="45700" anchor="ctr" anchorCtr="0">
            <a:noAutofit/>
          </a:bodyPr>
          <a:lstStyle>
            <a:lvl1pPr marL="457200" marR="0" lvl="0" indent="-419100" algn="l" rtl="0">
              <a:lnSpc>
                <a:spcPct val="90000"/>
              </a:lnSpc>
              <a:spcBef>
                <a:spcPts val="1800"/>
              </a:spcBef>
              <a:spcAft>
                <a:spcPts val="0"/>
              </a:spcAft>
              <a:buClr>
                <a:schemeClr val="accent1"/>
              </a:buClr>
              <a:buSzPts val="3000"/>
              <a:buFont typeface="Noto Sans Symbols"/>
              <a:buChar char="●"/>
              <a:defRPr sz="3000" b="0" i="0" u="none" strike="noStrike" cap="none">
                <a:solidFill>
                  <a:srgbClr val="595959"/>
                </a:solidFill>
                <a:latin typeface="Corbel"/>
                <a:ea typeface="Corbel"/>
                <a:cs typeface="Corbel"/>
                <a:sym typeface="Corbel"/>
              </a:defRPr>
            </a:lvl1pPr>
            <a:lvl2pPr marL="914400" marR="0" lvl="1" indent="-400050" algn="l" rtl="0">
              <a:lnSpc>
                <a:spcPct val="90000"/>
              </a:lnSpc>
              <a:spcBef>
                <a:spcPts val="375"/>
              </a:spcBef>
              <a:spcAft>
                <a:spcPts val="0"/>
              </a:spcAft>
              <a:buClr>
                <a:schemeClr val="accent1"/>
              </a:buClr>
              <a:buSzPts val="2700"/>
              <a:buFont typeface="Noto Sans Symbols"/>
              <a:buChar char="●"/>
              <a:defRPr sz="2700" b="0" i="0" u="none" strike="noStrike" cap="none">
                <a:solidFill>
                  <a:srgbClr val="595959"/>
                </a:solidFill>
                <a:latin typeface="Corbel"/>
                <a:ea typeface="Corbel"/>
                <a:cs typeface="Corbel"/>
                <a:sym typeface="Corbel"/>
              </a:defRPr>
            </a:lvl2pPr>
            <a:lvl3pPr marL="1371600" marR="0" lvl="2" indent="-381000" algn="l" rtl="0">
              <a:lnSpc>
                <a:spcPct val="90000"/>
              </a:lnSpc>
              <a:spcBef>
                <a:spcPts val="375"/>
              </a:spcBef>
              <a:spcAft>
                <a:spcPts val="0"/>
              </a:spcAft>
              <a:buClr>
                <a:schemeClr val="accent1"/>
              </a:buClr>
              <a:buSzPts val="2400"/>
              <a:buFont typeface="Noto Sans Symbols"/>
              <a:buChar char="●"/>
              <a:defRPr sz="2400" b="0" i="0" u="none" strike="noStrike" cap="none">
                <a:solidFill>
                  <a:srgbClr val="595959"/>
                </a:solidFill>
                <a:latin typeface="Corbel"/>
                <a:ea typeface="Corbel"/>
                <a:cs typeface="Corbel"/>
                <a:sym typeface="Corbel"/>
              </a:defRPr>
            </a:lvl3pPr>
            <a:lvl4pPr marL="1828800" marR="0" lvl="3"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4pPr>
            <a:lvl5pPr marL="2286000" marR="0" lvl="4"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5pPr>
            <a:lvl6pPr marL="2743200" marR="0" lvl="5"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6pPr>
            <a:lvl7pPr marL="3200400" marR="0" lvl="6"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7pPr>
            <a:lvl8pPr marL="3657600" marR="0" lvl="7"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8pPr>
            <a:lvl9pPr marL="4114800" marR="0" lvl="8" indent="-361950" algn="l" rtl="0">
              <a:lnSpc>
                <a:spcPct val="90000"/>
              </a:lnSpc>
              <a:spcBef>
                <a:spcPts val="375"/>
              </a:spcBef>
              <a:spcAft>
                <a:spcPts val="375"/>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9pPr>
          </a:lstStyle>
          <a:p>
            <a:endParaRPr/>
          </a:p>
        </p:txBody>
      </p:sp>
      <p:sp>
        <p:nvSpPr>
          <p:cNvPr id="561" name="Google Shape;561;p14"/>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a:solidFill>
                  <a:srgbClr val="7F7F7F"/>
                </a:solidFill>
                <a:latin typeface="Corbel"/>
                <a:ea typeface="Corbel"/>
                <a:cs typeface="Corbel"/>
                <a:sym typeface="Corbel"/>
              </a:defRPr>
            </a:lvl1pPr>
            <a:lvl2pPr marR="0" lvl="1"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562" name="Google Shape;562;p14"/>
          <p:cNvSpPr txBox="1">
            <a:spLocks noGrp="1"/>
          </p:cNvSpPr>
          <p:nvPr>
            <p:ph type="ftr" idx="11"/>
          </p:nvPr>
        </p:nvSpPr>
        <p:spPr>
          <a:xfrm>
            <a:off x="5248275" y="9534525"/>
            <a:ext cx="8867700" cy="547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a:solidFill>
                  <a:srgbClr val="7F7F7F"/>
                </a:solidFill>
                <a:latin typeface="Corbel"/>
                <a:ea typeface="Corbel"/>
                <a:cs typeface="Corbel"/>
                <a:sym typeface="Corbel"/>
              </a:defRPr>
            </a:lvl1pPr>
            <a:lvl2pPr marR="0" lvl="1"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563" name="Google Shape;563;p14"/>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1pPr>
            <a:lvl2pPr marL="0" marR="0" lvl="1"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2pPr>
            <a:lvl3pPr marL="0" marR="0" lvl="2"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3pPr>
            <a:lvl4pPr marL="0" marR="0" lvl="3"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4pPr>
            <a:lvl5pPr marL="0" marR="0" lvl="4"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5pPr>
            <a:lvl6pPr marL="0" marR="0" lvl="5"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6pPr>
            <a:lvl7pPr marL="0" marR="0" lvl="6"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7pPr>
            <a:lvl8pPr marL="0" marR="0" lvl="7"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8pPr>
            <a:lvl9pPr marL="0" marR="0" lvl="8"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sz="1400" b="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574"/>
        <p:cNvGrpSpPr/>
        <p:nvPr/>
      </p:nvGrpSpPr>
      <p:grpSpPr>
        <a:xfrm>
          <a:off x="0" y="0"/>
          <a:ext cx="0" cy="0"/>
          <a:chOff x="0" y="0"/>
          <a:chExt cx="0" cy="0"/>
        </a:xfrm>
      </p:grpSpPr>
      <p:sp>
        <p:nvSpPr>
          <p:cNvPr id="575" name="Google Shape;575;p16"/>
          <p:cNvSpPr txBox="1"/>
          <p:nvPr/>
        </p:nvSpPr>
        <p:spPr>
          <a:xfrm>
            <a:off x="897039" y="7009144"/>
            <a:ext cx="7365900" cy="2758960"/>
          </a:xfrm>
          <a:prstGeom prst="rect">
            <a:avLst/>
          </a:prstGeom>
          <a:noFill/>
          <a:ln>
            <a:noFill/>
          </a:ln>
        </p:spPr>
        <p:txBody>
          <a:bodyPr spcFirstLastPara="1" wrap="square" lIns="0" tIns="0" rIns="0" bIns="0" anchor="t" anchorCtr="0">
            <a:spAutoFit/>
          </a:bodyPr>
          <a:lstStyle/>
          <a:p>
            <a:pPr marL="0" marR="0" lvl="0" indent="0" algn="l" rtl="0">
              <a:lnSpc>
                <a:spcPct val="140740"/>
              </a:lnSpc>
              <a:spcBef>
                <a:spcPts val="0"/>
              </a:spcBef>
              <a:spcAft>
                <a:spcPts val="0"/>
              </a:spcAft>
              <a:buClr>
                <a:srgbClr val="051D40"/>
              </a:buClr>
              <a:buSzPts val="2700"/>
              <a:buFont typeface="Times New Roman"/>
              <a:buNone/>
            </a:pPr>
            <a:r>
              <a:rPr lang="en-US" sz="2700" b="1" i="0" u="none" strike="noStrike" cap="none" dirty="0">
                <a:solidFill>
                  <a:srgbClr val="051D40"/>
                </a:solidFill>
                <a:latin typeface="Times New Roman"/>
                <a:ea typeface="Times New Roman"/>
                <a:cs typeface="Times New Roman"/>
                <a:sym typeface="Times New Roman"/>
              </a:rPr>
              <a:t>SUPERVISED BY</a:t>
            </a:r>
            <a:endParaRPr dirty="0"/>
          </a:p>
          <a:p>
            <a:pPr marL="0" marR="0" lvl="0" indent="0" algn="l" rtl="0">
              <a:lnSpc>
                <a:spcPct val="140740"/>
              </a:lnSpc>
              <a:spcBef>
                <a:spcPts val="0"/>
              </a:spcBef>
              <a:spcAft>
                <a:spcPts val="0"/>
              </a:spcAft>
              <a:buClr>
                <a:schemeClr val="dk1"/>
              </a:buClr>
              <a:buSzPts val="2700"/>
              <a:buFont typeface="Corbel"/>
              <a:buNone/>
            </a:pPr>
            <a:endParaRPr sz="2700" b="1" i="0" u="none" strike="noStrike" cap="none" dirty="0">
              <a:solidFill>
                <a:srgbClr val="051D40"/>
              </a:solidFill>
              <a:latin typeface="Times New Roman"/>
              <a:ea typeface="Times New Roman"/>
              <a:cs typeface="Times New Roman"/>
              <a:sym typeface="Times New Roman"/>
            </a:endParaRPr>
          </a:p>
          <a:p>
            <a:pPr marL="0" marR="0" lvl="0" indent="0" algn="l" rtl="0">
              <a:lnSpc>
                <a:spcPct val="140740"/>
              </a:lnSpc>
              <a:spcBef>
                <a:spcPts val="0"/>
              </a:spcBef>
              <a:spcAft>
                <a:spcPts val="0"/>
              </a:spcAft>
              <a:buClr>
                <a:srgbClr val="051D40"/>
              </a:buClr>
              <a:buSzPts val="2700"/>
              <a:buFont typeface="Times New Roman"/>
              <a:buNone/>
            </a:pPr>
            <a:r>
              <a:rPr lang="en-US" sz="2700" b="1" i="0" u="none" strike="noStrike" cap="none" dirty="0">
                <a:solidFill>
                  <a:srgbClr val="051D40"/>
                </a:solidFill>
                <a:latin typeface="Times New Roman"/>
                <a:ea typeface="Times New Roman"/>
                <a:cs typeface="Times New Roman"/>
                <a:sym typeface="Times New Roman"/>
              </a:rPr>
              <a:t>Dr. R. Anandh/ Associate Professor</a:t>
            </a:r>
            <a:endParaRPr dirty="0"/>
          </a:p>
          <a:p>
            <a:pPr marL="0" marR="0" lvl="0" indent="0" algn="l" rtl="0">
              <a:lnSpc>
                <a:spcPct val="140740"/>
              </a:lnSpc>
              <a:spcBef>
                <a:spcPts val="0"/>
              </a:spcBef>
              <a:spcAft>
                <a:spcPts val="0"/>
              </a:spcAft>
              <a:buClr>
                <a:srgbClr val="051D40"/>
              </a:buClr>
              <a:buSzPts val="2700"/>
              <a:buFont typeface="Times New Roman"/>
              <a:buNone/>
            </a:pPr>
            <a:r>
              <a:rPr lang="en-US" sz="2700" b="1" i="0" u="none" strike="noStrike" cap="none" dirty="0">
                <a:solidFill>
                  <a:srgbClr val="051D40"/>
                </a:solidFill>
                <a:latin typeface="Times New Roman"/>
                <a:ea typeface="Times New Roman"/>
                <a:cs typeface="Times New Roman"/>
                <a:sym typeface="Times New Roman"/>
              </a:rPr>
              <a:t>   </a:t>
            </a:r>
            <a:endParaRPr dirty="0"/>
          </a:p>
          <a:p>
            <a:pPr marL="0" marR="0" lvl="0" indent="0" algn="l" rtl="0">
              <a:lnSpc>
                <a:spcPct val="100000"/>
              </a:lnSpc>
              <a:spcBef>
                <a:spcPts val="0"/>
              </a:spcBef>
              <a:spcAft>
                <a:spcPts val="0"/>
              </a:spcAft>
              <a:buNone/>
            </a:pPr>
            <a:endParaRPr sz="2700" b="1" i="0" u="none" dirty="0">
              <a:solidFill>
                <a:srgbClr val="051D40"/>
              </a:solidFill>
              <a:latin typeface="Times New Roman"/>
              <a:ea typeface="Times New Roman"/>
              <a:cs typeface="Times New Roman"/>
              <a:sym typeface="Times New Roman"/>
            </a:endParaRPr>
          </a:p>
        </p:txBody>
      </p:sp>
      <p:sp>
        <p:nvSpPr>
          <p:cNvPr id="576" name="Google Shape;576;p16"/>
          <p:cNvSpPr txBox="1"/>
          <p:nvPr/>
        </p:nvSpPr>
        <p:spPr>
          <a:xfrm>
            <a:off x="3629675" y="2214697"/>
            <a:ext cx="11085600" cy="53860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51D40"/>
              </a:buClr>
              <a:buSzPts val="2500"/>
              <a:buFont typeface="Times New Roman"/>
              <a:buNone/>
            </a:pPr>
            <a:r>
              <a:rPr lang="en-US" sz="2500" b="1" i="0" u="none" dirty="0">
                <a:solidFill>
                  <a:srgbClr val="051D40"/>
                </a:solidFill>
                <a:latin typeface="Times New Roman"/>
                <a:ea typeface="Times New Roman"/>
                <a:cs typeface="Times New Roman"/>
                <a:sym typeface="Times New Roman"/>
              </a:rPr>
              <a:t>DEPARTMENT OF ARTIFICIAL INTELLIGENCE AND DATA SCIENCE</a:t>
            </a:r>
            <a:endParaRPr dirty="0"/>
          </a:p>
        </p:txBody>
      </p:sp>
      <p:sp>
        <p:nvSpPr>
          <p:cNvPr id="577" name="Google Shape;577;p16"/>
          <p:cNvSpPr txBox="1"/>
          <p:nvPr/>
        </p:nvSpPr>
        <p:spPr>
          <a:xfrm>
            <a:off x="6209550" y="1609880"/>
            <a:ext cx="5868900" cy="4113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51D40"/>
              </a:buClr>
              <a:buSzPts val="2500"/>
              <a:buFont typeface="Times New Roman"/>
              <a:buNone/>
            </a:pPr>
            <a:r>
              <a:rPr lang="en-US" sz="2500" b="1" i="0" u="none" dirty="0">
                <a:solidFill>
                  <a:srgbClr val="051D40"/>
                </a:solidFill>
                <a:latin typeface="Times New Roman"/>
                <a:ea typeface="Times New Roman"/>
                <a:cs typeface="Times New Roman"/>
                <a:sym typeface="Times New Roman"/>
              </a:rPr>
              <a:t>SCHOOL OF COMPUTING</a:t>
            </a:r>
            <a:endParaRPr dirty="0"/>
          </a:p>
        </p:txBody>
      </p:sp>
      <p:sp>
        <p:nvSpPr>
          <p:cNvPr id="578" name="Google Shape;578;p16"/>
          <p:cNvSpPr txBox="1"/>
          <p:nvPr/>
        </p:nvSpPr>
        <p:spPr>
          <a:xfrm>
            <a:off x="6558750" y="2846261"/>
            <a:ext cx="5519700" cy="509691"/>
          </a:xfrm>
          <a:prstGeom prst="rect">
            <a:avLst/>
          </a:prstGeom>
          <a:noFill/>
          <a:ln>
            <a:noFill/>
          </a:ln>
        </p:spPr>
        <p:txBody>
          <a:bodyPr spcFirstLastPara="1" wrap="square" lIns="0" tIns="0" rIns="0" bIns="0" anchor="t" anchorCtr="0">
            <a:spAutoFit/>
          </a:bodyPr>
          <a:lstStyle/>
          <a:p>
            <a:pPr marL="0" marR="0" lvl="0" indent="0" algn="l" rtl="0">
              <a:lnSpc>
                <a:spcPct val="137500"/>
              </a:lnSpc>
              <a:spcBef>
                <a:spcPts val="0"/>
              </a:spcBef>
              <a:spcAft>
                <a:spcPts val="0"/>
              </a:spcAft>
              <a:buClr>
                <a:srgbClr val="051D40"/>
              </a:buClr>
              <a:buSzPts val="2400"/>
              <a:buFont typeface="Times New Roman"/>
              <a:buNone/>
            </a:pPr>
            <a:r>
              <a:rPr lang="en-US" sz="2400" b="1" i="0" u="none" dirty="0">
                <a:solidFill>
                  <a:srgbClr val="051D40"/>
                </a:solidFill>
                <a:latin typeface="Times New Roman"/>
                <a:ea typeface="Times New Roman"/>
                <a:cs typeface="Times New Roman"/>
                <a:sym typeface="Times New Roman"/>
              </a:rPr>
              <a:t>WINTER SEMESTER 2025-2026</a:t>
            </a:r>
            <a:endParaRPr dirty="0"/>
          </a:p>
        </p:txBody>
      </p:sp>
      <p:sp>
        <p:nvSpPr>
          <p:cNvPr id="579" name="Google Shape;579;p16"/>
          <p:cNvSpPr txBox="1"/>
          <p:nvPr/>
        </p:nvSpPr>
        <p:spPr>
          <a:xfrm>
            <a:off x="613500" y="3517728"/>
            <a:ext cx="16306800" cy="53860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51D40"/>
              </a:buClr>
              <a:buSzPts val="2500"/>
              <a:buFont typeface="Times New Roman"/>
              <a:buNone/>
            </a:pPr>
            <a:r>
              <a:rPr lang="en-US" sz="2500" b="1" i="0" u="none" dirty="0">
                <a:solidFill>
                  <a:srgbClr val="051D40"/>
                </a:solidFill>
                <a:latin typeface="Times New Roman"/>
                <a:ea typeface="Times New Roman"/>
                <a:cs typeface="Times New Roman"/>
                <a:sym typeface="Times New Roman"/>
              </a:rPr>
              <a:t>10214AD701- MAJOR PROJECT INHOUSE</a:t>
            </a:r>
            <a:endParaRPr dirty="0"/>
          </a:p>
        </p:txBody>
      </p:sp>
      <p:sp>
        <p:nvSpPr>
          <p:cNvPr id="580" name="Google Shape;580;p16"/>
          <p:cNvSpPr txBox="1"/>
          <p:nvPr/>
        </p:nvSpPr>
        <p:spPr>
          <a:xfrm>
            <a:off x="10025061" y="6735761"/>
            <a:ext cx="6895239" cy="1529073"/>
          </a:xfrm>
          <a:prstGeom prst="rect">
            <a:avLst/>
          </a:prstGeom>
          <a:noFill/>
          <a:ln>
            <a:noFill/>
          </a:ln>
        </p:spPr>
        <p:txBody>
          <a:bodyPr spcFirstLastPara="1" wrap="square" lIns="0" tIns="0" rIns="0" bIns="0" anchor="t" anchorCtr="0">
            <a:spAutoFit/>
          </a:bodyPr>
          <a:lstStyle/>
          <a:p>
            <a:pPr marL="0" marR="0" lvl="0" indent="0" algn="ctr" rtl="0">
              <a:lnSpc>
                <a:spcPct val="137500"/>
              </a:lnSpc>
              <a:spcBef>
                <a:spcPts val="0"/>
              </a:spcBef>
              <a:spcAft>
                <a:spcPts val="0"/>
              </a:spcAft>
              <a:buClr>
                <a:srgbClr val="051D40"/>
              </a:buClr>
              <a:buSzPts val="2400"/>
              <a:buFont typeface="Times New Roman"/>
              <a:buNone/>
            </a:pPr>
            <a:r>
              <a:rPr lang="en-US" sz="2400" b="1" i="0" u="none" dirty="0">
                <a:solidFill>
                  <a:srgbClr val="051D40"/>
                </a:solidFill>
                <a:latin typeface="Times New Roman"/>
                <a:ea typeface="Times New Roman"/>
                <a:cs typeface="Times New Roman"/>
                <a:sym typeface="Times New Roman"/>
              </a:rPr>
              <a:t>PRESENTED BY</a:t>
            </a:r>
            <a:endParaRPr dirty="0"/>
          </a:p>
          <a:p>
            <a:pPr marL="0" marR="0" lvl="0" indent="0" rtl="0">
              <a:lnSpc>
                <a:spcPct val="137500"/>
              </a:lnSpc>
              <a:spcBef>
                <a:spcPts val="0"/>
              </a:spcBef>
              <a:spcAft>
                <a:spcPts val="0"/>
              </a:spcAft>
              <a:buClr>
                <a:srgbClr val="051D40"/>
              </a:buClr>
              <a:buSzPts val="2400"/>
              <a:buFont typeface="Times New Roman"/>
              <a:buNone/>
            </a:pPr>
            <a:r>
              <a:rPr lang="en-US" sz="2400" b="1" i="0" u="none" dirty="0">
                <a:solidFill>
                  <a:srgbClr val="051D40"/>
                </a:solidFill>
                <a:latin typeface="Times New Roman"/>
                <a:ea typeface="Times New Roman"/>
                <a:cs typeface="Times New Roman"/>
                <a:sym typeface="Times New Roman"/>
              </a:rPr>
              <a:t>1. S</a:t>
            </a:r>
            <a:r>
              <a:rPr lang="en-US" sz="2400" b="1" dirty="0">
                <a:solidFill>
                  <a:srgbClr val="051D40"/>
                </a:solidFill>
                <a:latin typeface="Times New Roman"/>
                <a:ea typeface="Times New Roman"/>
                <a:cs typeface="Times New Roman"/>
                <a:sym typeface="Times New Roman"/>
              </a:rPr>
              <a:t>HYAAM.R.K</a:t>
            </a:r>
            <a:r>
              <a:rPr lang="en-US" sz="2400" b="1" i="0" u="none" dirty="0">
                <a:solidFill>
                  <a:srgbClr val="051D40"/>
                </a:solidFill>
                <a:latin typeface="Times New Roman"/>
                <a:ea typeface="Times New Roman"/>
                <a:cs typeface="Times New Roman"/>
                <a:sym typeface="Times New Roman"/>
              </a:rPr>
              <a:t> 		(</a:t>
            </a:r>
            <a:r>
              <a:rPr lang="en-US" sz="2400" b="1" dirty="0">
                <a:solidFill>
                  <a:srgbClr val="051D40"/>
                </a:solidFill>
                <a:latin typeface="Times New Roman"/>
                <a:ea typeface="Times New Roman"/>
                <a:cs typeface="Times New Roman"/>
                <a:sym typeface="Times New Roman"/>
              </a:rPr>
              <a:t>21352</a:t>
            </a:r>
            <a:r>
              <a:rPr lang="en-US" sz="2400" b="1" i="0" u="none" dirty="0">
                <a:solidFill>
                  <a:srgbClr val="051D40"/>
                </a:solidFill>
                <a:latin typeface="Times New Roman"/>
                <a:ea typeface="Times New Roman"/>
                <a:cs typeface="Times New Roman"/>
                <a:sym typeface="Times New Roman"/>
              </a:rPr>
              <a:t>)(22UEAD0060)</a:t>
            </a:r>
            <a:endParaRPr dirty="0"/>
          </a:p>
          <a:p>
            <a:pPr marL="0" marR="0" lvl="0" indent="0" rtl="0">
              <a:lnSpc>
                <a:spcPct val="137500"/>
              </a:lnSpc>
              <a:spcBef>
                <a:spcPts val="0"/>
              </a:spcBef>
              <a:spcAft>
                <a:spcPts val="0"/>
              </a:spcAft>
              <a:buClr>
                <a:srgbClr val="051D40"/>
              </a:buClr>
              <a:buSzPts val="2400"/>
              <a:buFont typeface="Times New Roman"/>
              <a:buNone/>
            </a:pPr>
            <a:r>
              <a:rPr lang="en-US" sz="2400" b="1" i="0" u="none" dirty="0">
                <a:solidFill>
                  <a:srgbClr val="051D40"/>
                </a:solidFill>
                <a:latin typeface="Times New Roman"/>
                <a:ea typeface="Times New Roman"/>
                <a:cs typeface="Times New Roman"/>
                <a:sym typeface="Times New Roman"/>
              </a:rPr>
              <a:t>2. </a:t>
            </a:r>
            <a:r>
              <a:rPr lang="en-US" sz="2400" b="1" dirty="0">
                <a:solidFill>
                  <a:srgbClr val="051D40"/>
                </a:solidFill>
                <a:latin typeface="Times New Roman"/>
                <a:ea typeface="Times New Roman"/>
                <a:cs typeface="Times New Roman"/>
                <a:sym typeface="Times New Roman"/>
              </a:rPr>
              <a:t>NANDHA KUMAR.T</a:t>
            </a:r>
            <a:r>
              <a:rPr lang="en-US" sz="2400" b="1" i="0" u="none" dirty="0">
                <a:solidFill>
                  <a:srgbClr val="051D40"/>
                </a:solidFill>
                <a:latin typeface="Times New Roman"/>
                <a:ea typeface="Times New Roman"/>
                <a:cs typeface="Times New Roman"/>
                <a:sym typeface="Times New Roman"/>
              </a:rPr>
              <a:t> 	(</a:t>
            </a:r>
            <a:r>
              <a:rPr lang="en-US" sz="2400" b="1" dirty="0">
                <a:solidFill>
                  <a:srgbClr val="051D40"/>
                </a:solidFill>
                <a:latin typeface="Times New Roman"/>
                <a:ea typeface="Times New Roman"/>
                <a:cs typeface="Times New Roman"/>
                <a:sym typeface="Times New Roman"/>
              </a:rPr>
              <a:t>23339</a:t>
            </a:r>
            <a:r>
              <a:rPr lang="en-US" sz="2400" b="1" i="0" u="none" dirty="0">
                <a:solidFill>
                  <a:srgbClr val="051D40"/>
                </a:solidFill>
                <a:latin typeface="Times New Roman"/>
                <a:ea typeface="Times New Roman"/>
                <a:cs typeface="Times New Roman"/>
                <a:sym typeface="Times New Roman"/>
              </a:rPr>
              <a:t>)(22UEAD0039)</a:t>
            </a:r>
            <a:endParaRPr dirty="0"/>
          </a:p>
        </p:txBody>
      </p:sp>
      <p:sp>
        <p:nvSpPr>
          <p:cNvPr id="581" name="Google Shape;581;p16"/>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a:solidFill>
                  <a:srgbClr val="7F7F7F"/>
                </a:solidFill>
                <a:latin typeface="Times New Roman"/>
                <a:ea typeface="Times New Roman"/>
                <a:cs typeface="Times New Roman"/>
                <a:sym typeface="Times New Roman"/>
              </a:rPr>
              <a:t>*</a:t>
            </a:r>
            <a:endParaRPr/>
          </a:p>
        </p:txBody>
      </p:sp>
      <p:sp>
        <p:nvSpPr>
          <p:cNvPr id="582" name="Google Shape;582;p16"/>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Times New Roman"/>
              <a:buNone/>
            </a:pPr>
            <a:fld id="{00000000-1234-1234-1234-123412341234}" type="slidenum">
              <a:rPr lang="en-US" sz="1800" b="1" i="0" u="none">
                <a:solidFill>
                  <a:schemeClr val="accent1"/>
                </a:solidFill>
                <a:latin typeface="Times New Roman"/>
                <a:ea typeface="Times New Roman"/>
                <a:cs typeface="Times New Roman"/>
                <a:sym typeface="Times New Roman"/>
              </a:rPr>
              <a:t>1</a:t>
            </a:fld>
            <a:endParaRPr/>
          </a:p>
        </p:txBody>
      </p:sp>
      <p:sp>
        <p:nvSpPr>
          <p:cNvPr id="583" name="Google Shape;583;p16"/>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 08                 DEPARTMENT OF ARTIFICIAL INTELLIGENCE AND DATA SCIENCE</a:t>
            </a:r>
            <a:endParaRPr dirty="0"/>
          </a:p>
        </p:txBody>
      </p:sp>
      <p:sp>
        <p:nvSpPr>
          <p:cNvPr id="584" name="Google Shape;584;p16"/>
          <p:cNvSpPr txBox="1"/>
          <p:nvPr/>
        </p:nvSpPr>
        <p:spPr>
          <a:xfrm>
            <a:off x="1700100" y="5286389"/>
            <a:ext cx="14133600" cy="875304"/>
          </a:xfrm>
          <a:prstGeom prst="rect">
            <a:avLst/>
          </a:prstGeom>
          <a:noFill/>
          <a:ln>
            <a:noFill/>
          </a:ln>
        </p:spPr>
        <p:txBody>
          <a:bodyPr spcFirstLastPara="1" wrap="square" lIns="0" tIns="0" rIns="0" bIns="0" anchor="t" anchorCtr="0">
            <a:spAutoFit/>
          </a:bodyPr>
          <a:lstStyle/>
          <a:p>
            <a:pPr marL="0" marR="0" lvl="0" indent="0" algn="ctr" rtl="0">
              <a:lnSpc>
                <a:spcPct val="158333"/>
              </a:lnSpc>
              <a:spcBef>
                <a:spcPts val="0"/>
              </a:spcBef>
              <a:spcAft>
                <a:spcPts val="0"/>
              </a:spcAft>
              <a:buClr>
                <a:srgbClr val="000000"/>
              </a:buClr>
              <a:buSzPts val="3600"/>
              <a:buFont typeface="Times New Roman"/>
              <a:buNone/>
            </a:pPr>
            <a:r>
              <a:rPr lang="en-US" sz="3600" b="1" dirty="0">
                <a:latin typeface="Times New Roman"/>
                <a:cs typeface="Times New Roman"/>
                <a:sym typeface="Times New Roman"/>
              </a:rPr>
              <a:t>SEMESTER END REVIEW</a:t>
            </a:r>
            <a:endParaRPr dirty="0"/>
          </a:p>
        </p:txBody>
      </p:sp>
      <p:sp>
        <p:nvSpPr>
          <p:cNvPr id="585" name="Google Shape;585;p16"/>
          <p:cNvSpPr txBox="1"/>
          <p:nvPr/>
        </p:nvSpPr>
        <p:spPr>
          <a:xfrm>
            <a:off x="613501" y="4153507"/>
            <a:ext cx="16607699" cy="1290185"/>
          </a:xfrm>
          <a:prstGeom prst="rect">
            <a:avLst/>
          </a:prstGeom>
          <a:noFill/>
          <a:ln>
            <a:noFill/>
          </a:ln>
        </p:spPr>
        <p:txBody>
          <a:bodyPr spcFirstLastPara="1" wrap="square" lIns="91425" tIns="45700" rIns="91425" bIns="45700" anchor="t" anchorCtr="0">
            <a:spAutoFit/>
          </a:bodyPr>
          <a:lstStyle/>
          <a:p>
            <a:pPr lvl="0" algn="ctr">
              <a:lnSpc>
                <a:spcPct val="139024"/>
              </a:lnSpc>
              <a:buClr>
                <a:srgbClr val="051D40"/>
              </a:buClr>
              <a:buSzPts val="4100"/>
            </a:pPr>
            <a:r>
              <a:rPr lang="en-US" sz="2800" b="1" i="0" u="none" dirty="0">
                <a:solidFill>
                  <a:srgbClr val="051D40"/>
                </a:solidFill>
                <a:latin typeface="Times New Roman"/>
                <a:ea typeface="Times New Roman"/>
                <a:cs typeface="Times New Roman"/>
                <a:sym typeface="Times New Roman"/>
              </a:rPr>
              <a:t>“</a:t>
            </a:r>
            <a:r>
              <a:rPr lang="en-US" sz="2800" b="1" dirty="0">
                <a:solidFill>
                  <a:srgbClr val="051D40"/>
                </a:solidFill>
                <a:latin typeface="Times New Roman"/>
                <a:ea typeface="Times New Roman"/>
                <a:cs typeface="Times New Roman"/>
                <a:sym typeface="Times New Roman"/>
              </a:rPr>
              <a:t>AI-POWERED PREDICTIVE ANALYTICS FRAMEWORK FOR EARLY DIAGNOSIS AND PROGRESSION MONITORING OF VARICOSE VEIN DISORDERS</a:t>
            </a:r>
            <a:r>
              <a:rPr lang="en-US" sz="2800" b="1" i="0" u="none" dirty="0">
                <a:solidFill>
                  <a:srgbClr val="051D40"/>
                </a:solidFill>
                <a:latin typeface="Times New Roman"/>
                <a:ea typeface="Times New Roman"/>
                <a:cs typeface="Times New Roman"/>
                <a:sym typeface="Times New Roman"/>
              </a:rPr>
              <a:t>”</a:t>
            </a:r>
            <a:endParaRPr sz="2800" dirty="0"/>
          </a:p>
        </p:txBody>
      </p:sp>
      <p:pic>
        <p:nvPicPr>
          <p:cNvPr id="2" name="Picture 1">
            <a:extLst>
              <a:ext uri="{FF2B5EF4-FFF2-40B4-BE49-F238E27FC236}">
                <a16:creationId xmlns:a16="http://schemas.microsoft.com/office/drawing/2014/main" id="{DF4264D9-43DF-1C40-38DE-0A464C51D1FD}"/>
              </a:ext>
            </a:extLst>
          </p:cNvPr>
          <p:cNvPicPr>
            <a:picLocks noChangeAspect="1"/>
          </p:cNvPicPr>
          <p:nvPr/>
        </p:nvPicPr>
        <p:blipFill>
          <a:blip r:embed="rId3"/>
          <a:stretch>
            <a:fillRect/>
          </a:stretch>
        </p:blipFill>
        <p:spPr>
          <a:xfrm>
            <a:off x="6353241" y="154093"/>
            <a:ext cx="4419468" cy="134275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590"/>
        <p:cNvGrpSpPr/>
        <p:nvPr/>
      </p:nvGrpSpPr>
      <p:grpSpPr>
        <a:xfrm>
          <a:off x="0" y="0"/>
          <a:ext cx="0" cy="0"/>
          <a:chOff x="0" y="0"/>
          <a:chExt cx="0" cy="0"/>
        </a:xfrm>
      </p:grpSpPr>
      <p:sp>
        <p:nvSpPr>
          <p:cNvPr id="591" name="Google Shape;591;p17"/>
          <p:cNvSpPr txBox="1"/>
          <p:nvPr/>
        </p:nvSpPr>
        <p:spPr>
          <a:xfrm>
            <a:off x="6705600" y="-15875"/>
            <a:ext cx="4572000" cy="873000"/>
          </a:xfrm>
          <a:prstGeom prst="rect">
            <a:avLst/>
          </a:prstGeom>
          <a:noFill/>
          <a:ln>
            <a:noFill/>
          </a:ln>
        </p:spPr>
        <p:txBody>
          <a:bodyPr spcFirstLastPara="1" wrap="square" lIns="0" tIns="0" rIns="0" bIns="0" anchor="t" anchorCtr="0">
            <a:spAutoFit/>
          </a:bodyPr>
          <a:lstStyle/>
          <a:p>
            <a:pPr marL="0" marR="0" lvl="0" indent="0" algn="ctr" rtl="0">
              <a:lnSpc>
                <a:spcPct val="138461"/>
              </a:lnSpc>
              <a:spcBef>
                <a:spcPts val="0"/>
              </a:spcBef>
              <a:spcAft>
                <a:spcPts val="0"/>
              </a:spcAft>
              <a:buClr>
                <a:srgbClr val="000000"/>
              </a:buClr>
              <a:buSzPts val="5200"/>
              <a:buFont typeface="Open Sans ExtraBold"/>
              <a:buNone/>
            </a:pPr>
            <a:r>
              <a:rPr lang="en-US" sz="5200" b="1" i="0" u="none">
                <a:solidFill>
                  <a:srgbClr val="000000"/>
                </a:solidFill>
                <a:latin typeface="Open Sans ExtraBold"/>
                <a:ea typeface="Open Sans ExtraBold"/>
                <a:cs typeface="Open Sans ExtraBold"/>
                <a:sym typeface="Open Sans ExtraBold"/>
              </a:rPr>
              <a:t>CONTENT</a:t>
            </a:r>
            <a:endParaRPr/>
          </a:p>
        </p:txBody>
      </p:sp>
      <p:sp>
        <p:nvSpPr>
          <p:cNvPr id="592" name="Google Shape;592;p17"/>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593" name="Google Shape;593;p17"/>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2</a:t>
            </a:fld>
            <a:endParaRPr/>
          </a:p>
        </p:txBody>
      </p:sp>
      <p:sp>
        <p:nvSpPr>
          <p:cNvPr id="595" name="Google Shape;595;p17"/>
          <p:cNvSpPr txBox="1"/>
          <p:nvPr/>
        </p:nvSpPr>
        <p:spPr>
          <a:xfrm>
            <a:off x="627785" y="1275155"/>
            <a:ext cx="15138689" cy="74789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orbel"/>
              <a:buNone/>
            </a:pPr>
            <a:endParaRPr sz="2400" b="1" i="0" u="none" dirty="0">
              <a:solidFill>
                <a:schemeClr val="dk1"/>
              </a:solidFill>
              <a:latin typeface="Arial"/>
              <a:ea typeface="Arial"/>
              <a:cs typeface="Arial"/>
              <a:sym typeface="Arial"/>
            </a:endParaRPr>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Introduction</a:t>
            </a:r>
            <a:endParaRPr dirty="0"/>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Objective of the Project</a:t>
            </a:r>
            <a:endParaRPr dirty="0"/>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Literature Review / Existing System</a:t>
            </a:r>
            <a:endParaRPr dirty="0"/>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Literature Review Summary</a:t>
            </a:r>
            <a:endParaRPr dirty="0"/>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Proposed System</a:t>
            </a:r>
            <a:endParaRPr dirty="0"/>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Methodology / Architecture</a:t>
            </a:r>
            <a:endParaRPr dirty="0"/>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Algorithm with Description</a:t>
            </a:r>
            <a:endParaRPr sz="2400" b="1" i="0" u="none" dirty="0">
              <a:solidFill>
                <a:schemeClr val="dk1"/>
              </a:solidFill>
              <a:latin typeface="Arial"/>
              <a:ea typeface="Arial"/>
              <a:cs typeface="Arial"/>
              <a:sym typeface="Arial"/>
            </a:endParaRPr>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Implementation</a:t>
            </a:r>
            <a:endParaRPr sz="2400" b="1" i="0" u="none" dirty="0">
              <a:solidFill>
                <a:schemeClr val="dk1"/>
              </a:solidFill>
              <a:latin typeface="Arial"/>
              <a:ea typeface="Arial"/>
              <a:cs typeface="Arial"/>
              <a:sym typeface="Arial"/>
            </a:endParaRPr>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Testing &amp; Validation</a:t>
            </a:r>
            <a:endParaRPr sz="2400" b="1" i="0" u="none" dirty="0">
              <a:solidFill>
                <a:schemeClr val="dk1"/>
              </a:solidFill>
              <a:latin typeface="Arial"/>
              <a:ea typeface="Arial"/>
              <a:cs typeface="Arial"/>
              <a:sym typeface="Arial"/>
            </a:endParaRPr>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Results &amp; Analysis</a:t>
            </a:r>
            <a:endParaRPr dirty="0"/>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Sustainable Development Goals(SDG)</a:t>
            </a:r>
            <a:endParaRPr sz="2400" b="1" i="0" u="none" dirty="0">
              <a:solidFill>
                <a:schemeClr val="dk1"/>
              </a:solidFill>
              <a:latin typeface="Arial"/>
              <a:ea typeface="Arial"/>
              <a:cs typeface="Arial"/>
              <a:sym typeface="Arial"/>
            </a:endParaRPr>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Demonstration/Prototype Showcase</a:t>
            </a:r>
            <a:endParaRPr sz="2400" b="1" i="0" u="none" dirty="0">
              <a:solidFill>
                <a:schemeClr val="dk1"/>
              </a:solidFill>
              <a:latin typeface="Arial"/>
              <a:ea typeface="Arial"/>
              <a:cs typeface="Arial"/>
              <a:sym typeface="Arial"/>
            </a:endParaRPr>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Challenges Encountered &amp; Solutions</a:t>
            </a:r>
            <a:endParaRPr sz="2400" b="1" i="0" u="none" dirty="0">
              <a:solidFill>
                <a:schemeClr val="dk1"/>
              </a:solidFill>
              <a:latin typeface="Arial"/>
              <a:ea typeface="Arial"/>
              <a:cs typeface="Arial"/>
              <a:sym typeface="Arial"/>
            </a:endParaRPr>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Advantages</a:t>
            </a:r>
            <a:endParaRPr dirty="0"/>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Limitations &amp; Future Scope</a:t>
            </a:r>
            <a:endParaRPr dirty="0"/>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Conclusion</a:t>
            </a:r>
            <a:endParaRPr dirty="0"/>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YouTube Demonstration Video URL &amp; GitHub Link</a:t>
            </a:r>
            <a:endParaRPr dirty="0"/>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Placement offer letter /Internship offer letter/Completion certificate</a:t>
            </a:r>
            <a:endParaRPr dirty="0"/>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References</a:t>
            </a:r>
            <a:endParaRPr dirty="0"/>
          </a:p>
        </p:txBody>
      </p:sp>
      <p:sp>
        <p:nvSpPr>
          <p:cNvPr id="3" name="Google Shape;583;p16">
            <a:extLst>
              <a:ext uri="{FF2B5EF4-FFF2-40B4-BE49-F238E27FC236}">
                <a16:creationId xmlns:a16="http://schemas.microsoft.com/office/drawing/2014/main" id="{7B4B3F27-65C2-37B6-E3CB-A3E2FF595955}"/>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 08                 DEPARTMENT OF ARTIFICIAL INTELLIGENCE AND DATA SCIENCE</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599"/>
        <p:cNvGrpSpPr/>
        <p:nvPr/>
      </p:nvGrpSpPr>
      <p:grpSpPr>
        <a:xfrm>
          <a:off x="0" y="0"/>
          <a:ext cx="0" cy="0"/>
          <a:chOff x="0" y="0"/>
          <a:chExt cx="0" cy="0"/>
        </a:xfrm>
      </p:grpSpPr>
      <p:sp>
        <p:nvSpPr>
          <p:cNvPr id="600" name="Google Shape;600;p18"/>
          <p:cNvSpPr txBox="1"/>
          <p:nvPr/>
        </p:nvSpPr>
        <p:spPr>
          <a:xfrm>
            <a:off x="1752600" y="342900"/>
            <a:ext cx="14198600" cy="678000"/>
          </a:xfrm>
          <a:prstGeom prst="rect">
            <a:avLst/>
          </a:prstGeom>
          <a:noFill/>
          <a:ln>
            <a:noFill/>
          </a:ln>
        </p:spPr>
        <p:txBody>
          <a:bodyPr spcFirstLastPara="1" wrap="square" lIns="0" tIns="0" rIns="0" bIns="0" anchor="t" anchorCtr="0">
            <a:spAutoFit/>
          </a:bodyPr>
          <a:lstStyle/>
          <a:p>
            <a:pPr marR="0" lvl="0" algn="ctr" rtl="0">
              <a:lnSpc>
                <a:spcPct val="100000"/>
              </a:lnSpc>
              <a:spcBef>
                <a:spcPts val="0"/>
              </a:spcBef>
              <a:spcAft>
                <a:spcPts val="0"/>
              </a:spcAft>
              <a:buClr>
                <a:schemeClr val="dk1"/>
              </a:buClr>
              <a:buSzPts val="4400"/>
            </a:pPr>
            <a:r>
              <a:rPr lang="en-US" sz="4400" b="1" i="0" u="none" dirty="0">
                <a:solidFill>
                  <a:schemeClr val="dk1"/>
                </a:solidFill>
                <a:latin typeface="Arial"/>
                <a:ea typeface="Arial"/>
                <a:cs typeface="Arial"/>
                <a:sym typeface="Arial"/>
              </a:rPr>
              <a:t>Introduction</a:t>
            </a:r>
            <a:endParaRPr dirty="0"/>
          </a:p>
        </p:txBody>
      </p:sp>
      <p:sp>
        <p:nvSpPr>
          <p:cNvPr id="601" name="Google Shape;601;p18"/>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602" name="Google Shape;602;p18"/>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3</a:t>
            </a:fld>
            <a:endParaRPr/>
          </a:p>
        </p:txBody>
      </p:sp>
      <p:sp>
        <p:nvSpPr>
          <p:cNvPr id="604" name="Google Shape;604;p18"/>
          <p:cNvSpPr txBox="1"/>
          <p:nvPr/>
        </p:nvSpPr>
        <p:spPr>
          <a:xfrm>
            <a:off x="1371600" y="1404035"/>
            <a:ext cx="14838218" cy="7478930"/>
          </a:xfrm>
          <a:prstGeom prst="rect">
            <a:avLst/>
          </a:prstGeom>
          <a:noFill/>
          <a:ln>
            <a:noFill/>
          </a:ln>
        </p:spPr>
        <p:txBody>
          <a:bodyPr spcFirstLastPara="1" wrap="square" lIns="91425" tIns="45700" rIns="91425" bIns="45700" anchor="t" anchorCtr="0">
            <a:spAutoFit/>
          </a:bodyPr>
          <a:lstStyle/>
          <a:p>
            <a:pPr lvl="0" defTabSz="457200" eaLnBrk="0" fontAlgn="base" hangingPunct="0">
              <a:spcBef>
                <a:spcPct val="0"/>
              </a:spcBef>
              <a:spcAft>
                <a:spcPct val="0"/>
              </a:spcAft>
              <a:buClrTx/>
              <a:defRPr/>
            </a:pPr>
            <a:r>
              <a:rPr lang="en-US" sz="2400" b="1" u="sng" kern="1200" dirty="0">
                <a:latin typeface="Arial" panose="020B0604020202020204" pitchFamily="34" charset="0"/>
                <a:cs typeface="Arial" panose="020B0604020202020204" pitchFamily="34" charset="0"/>
              </a:rPr>
              <a:t>Introduction</a:t>
            </a:r>
            <a:r>
              <a:rPr lang="en-US" sz="2400" b="1" kern="1200" dirty="0">
                <a:latin typeface="Arial" panose="020B0604020202020204" pitchFamily="34" charset="0"/>
                <a:cs typeface="Arial" panose="020B0604020202020204" pitchFamily="34" charset="0"/>
              </a:rPr>
              <a:t>:  </a:t>
            </a:r>
          </a:p>
          <a:p>
            <a:pPr lvl="0" defTabSz="457200" eaLnBrk="0" fontAlgn="base" hangingPunct="0">
              <a:spcBef>
                <a:spcPct val="0"/>
              </a:spcBef>
              <a:spcAft>
                <a:spcPct val="0"/>
              </a:spcAft>
              <a:buClrTx/>
              <a:defRPr/>
            </a:pPr>
            <a:endParaRPr lang="en-US" sz="2400" b="1" kern="1200" dirty="0">
              <a:latin typeface="Arial" panose="020B0604020202020204" pitchFamily="34" charset="0"/>
              <a:cs typeface="Arial" panose="020B0604020202020204" pitchFamily="34" charset="0"/>
            </a:endParaRPr>
          </a:p>
          <a:p>
            <a:pPr lvl="0" defTabSz="457200" eaLnBrk="0" fontAlgn="base" hangingPunct="0">
              <a:spcBef>
                <a:spcPct val="0"/>
              </a:spcBef>
              <a:spcAft>
                <a:spcPct val="0"/>
              </a:spcAft>
              <a:buClrTx/>
              <a:defRPr/>
            </a:pPr>
            <a:r>
              <a:rPr lang="en-US" sz="2400" kern="1200" dirty="0">
                <a:latin typeface="Arial" panose="020B0604020202020204" pitchFamily="34" charset="0"/>
                <a:cs typeface="Arial" panose="020B0604020202020204" pitchFamily="34" charset="0"/>
              </a:rPr>
              <a:t>Varicose veins are enlarged, twisted veins caused by faulty vein valves, leading to poor blood circulation. Commonly affects the legs due to pressure from standing and walking. Symptoms include: Pain, swelling, and heaviness, Skin discoloration, and ulcers in advanced stages. Early detection is essential to prevent severe complications. </a:t>
            </a:r>
          </a:p>
          <a:p>
            <a:pPr lvl="0" defTabSz="457200" eaLnBrk="0" fontAlgn="base" hangingPunct="0">
              <a:spcBef>
                <a:spcPct val="0"/>
              </a:spcBef>
              <a:spcAft>
                <a:spcPct val="0"/>
              </a:spcAft>
              <a:buClrTx/>
              <a:defRPr/>
            </a:pPr>
            <a:r>
              <a:rPr lang="en-US" sz="2400" kern="1200" dirty="0">
                <a:latin typeface="Arial" panose="020B0604020202020204" pitchFamily="34" charset="0"/>
                <a:cs typeface="Arial" panose="020B0604020202020204" pitchFamily="34" charset="0"/>
              </a:rPr>
              <a:t>AI and predictive analytics enable: </a:t>
            </a:r>
          </a:p>
          <a:p>
            <a:pPr marL="914400" lvl="1" indent="-457200" defTabSz="457200" eaLnBrk="0" fontAlgn="base" hangingPunct="0">
              <a:spcBef>
                <a:spcPct val="0"/>
              </a:spcBef>
              <a:spcAft>
                <a:spcPct val="0"/>
              </a:spcAft>
              <a:buClrTx/>
              <a:buFont typeface="+mj-lt"/>
              <a:buAutoNum type="arabicPeriod"/>
              <a:defRPr/>
            </a:pPr>
            <a:r>
              <a:rPr lang="en-US" sz="2400" kern="1200" dirty="0">
                <a:latin typeface="Arial" panose="020B0604020202020204" pitchFamily="34" charset="0"/>
                <a:cs typeface="Arial" panose="020B0604020202020204" pitchFamily="34" charset="0"/>
              </a:rPr>
              <a:t>Early diagnosis </a:t>
            </a:r>
          </a:p>
          <a:p>
            <a:pPr marL="914400" lvl="1" indent="-457200" defTabSz="457200" eaLnBrk="0" fontAlgn="base" hangingPunct="0">
              <a:spcBef>
                <a:spcPct val="0"/>
              </a:spcBef>
              <a:spcAft>
                <a:spcPct val="0"/>
              </a:spcAft>
              <a:buClrTx/>
              <a:buFont typeface="+mj-lt"/>
              <a:buAutoNum type="arabicPeriod"/>
              <a:defRPr/>
            </a:pPr>
            <a:r>
              <a:rPr lang="en-US" sz="2400" kern="1200" dirty="0">
                <a:latin typeface="Arial" panose="020B0604020202020204" pitchFamily="34" charset="0"/>
                <a:cs typeface="Arial" panose="020B0604020202020204" pitchFamily="34" charset="0"/>
              </a:rPr>
              <a:t>Accurate detection </a:t>
            </a:r>
          </a:p>
          <a:p>
            <a:pPr marL="914400" lvl="1" indent="-457200" defTabSz="457200" eaLnBrk="0" fontAlgn="base" hangingPunct="0">
              <a:spcBef>
                <a:spcPct val="0"/>
              </a:spcBef>
              <a:spcAft>
                <a:spcPct val="0"/>
              </a:spcAft>
              <a:buClrTx/>
              <a:buFont typeface="+mj-lt"/>
              <a:buAutoNum type="arabicPeriod"/>
              <a:defRPr/>
            </a:pPr>
            <a:r>
              <a:rPr lang="en-US" sz="2400" kern="1200" dirty="0">
                <a:latin typeface="Arial" panose="020B0604020202020204" pitchFamily="34" charset="0"/>
                <a:cs typeface="Arial" panose="020B0604020202020204" pitchFamily="34" charset="0"/>
              </a:rPr>
              <a:t>Continuous monitoring </a:t>
            </a:r>
          </a:p>
          <a:p>
            <a:pPr marL="457200" lvl="1" defTabSz="457200" eaLnBrk="0" fontAlgn="base" hangingPunct="0">
              <a:spcBef>
                <a:spcPct val="0"/>
              </a:spcBef>
              <a:spcAft>
                <a:spcPct val="0"/>
              </a:spcAft>
              <a:buClrTx/>
              <a:defRPr/>
            </a:pPr>
            <a:endParaRPr lang="en-IN" sz="2400" kern="1200" dirty="0">
              <a:latin typeface="Arial" panose="020B0604020202020204" pitchFamily="34" charset="0"/>
              <a:cs typeface="Arial" panose="020B0604020202020204" pitchFamily="34" charset="0"/>
            </a:endParaRPr>
          </a:p>
          <a:p>
            <a:pPr lvl="0" defTabSz="457200" eaLnBrk="0" fontAlgn="base" hangingPunct="0">
              <a:spcBef>
                <a:spcPct val="0"/>
              </a:spcBef>
              <a:spcAft>
                <a:spcPct val="0"/>
              </a:spcAft>
              <a:buClrTx/>
              <a:defRPr/>
            </a:pPr>
            <a:r>
              <a:rPr lang="en-US" sz="2400" b="1" u="sng" kern="1200" dirty="0">
                <a:latin typeface="Arial" panose="020B0604020202020204" pitchFamily="34" charset="0"/>
                <a:cs typeface="Arial" panose="020B0604020202020204" pitchFamily="34" charset="0"/>
              </a:rPr>
              <a:t>Problem Statement:</a:t>
            </a:r>
          </a:p>
          <a:p>
            <a:pPr lvl="0" defTabSz="457200" eaLnBrk="0" fontAlgn="base" hangingPunct="0">
              <a:spcBef>
                <a:spcPct val="0"/>
              </a:spcBef>
              <a:spcAft>
                <a:spcPct val="0"/>
              </a:spcAft>
              <a:buClrTx/>
              <a:defRPr/>
            </a:pPr>
            <a:endParaRPr lang="en-US" sz="2400" b="1" kern="1200" dirty="0">
              <a:latin typeface="Arial" panose="020B0604020202020204" pitchFamily="34" charset="0"/>
              <a:cs typeface="Arial" panose="020B0604020202020204" pitchFamily="34" charset="0"/>
            </a:endParaRPr>
          </a:p>
          <a:p>
            <a:pPr lvl="0" defTabSz="457200" eaLnBrk="0" fontAlgn="base" hangingPunct="0">
              <a:spcBef>
                <a:spcPct val="0"/>
              </a:spcBef>
              <a:spcAft>
                <a:spcPct val="0"/>
              </a:spcAft>
              <a:buClrTx/>
              <a:defRPr/>
            </a:pPr>
            <a:r>
              <a:rPr lang="en-US" sz="2400" kern="1200" dirty="0">
                <a:latin typeface="Arial" panose="020B0604020202020204" pitchFamily="34" charset="0"/>
                <a:cs typeface="Arial" panose="020B0604020202020204" pitchFamily="34" charset="0"/>
              </a:rPr>
              <a:t>Varicose vein disorders are often diagnosed only at later stages, which increases the risk of serious complications. Current diagnostic methods mainly rely on manual examination and Doppler ultrasound techniques. These approaches are time-consuming, subjective, and highly dependent on medical expertise. Additionally, there is no effective system for continuous monitoring or prediction of disease progression. Therefore, there is a need for an AI-based predictive framework to enable early detection and accurate monitoring.</a:t>
            </a:r>
          </a:p>
          <a:p>
            <a:pPr marL="0" indent="0">
              <a:buNone/>
            </a:pPr>
            <a:endParaRPr lang="en-US" sz="2400" dirty="0">
              <a:latin typeface="Arial" panose="020B0604020202020204" pitchFamily="34" charset="0"/>
              <a:cs typeface="Arial" panose="020B0604020202020204" pitchFamily="34" charset="0"/>
            </a:endParaRPr>
          </a:p>
        </p:txBody>
      </p:sp>
      <p:sp>
        <p:nvSpPr>
          <p:cNvPr id="2" name="Google Shape;583;p16">
            <a:extLst>
              <a:ext uri="{FF2B5EF4-FFF2-40B4-BE49-F238E27FC236}">
                <a16:creationId xmlns:a16="http://schemas.microsoft.com/office/drawing/2014/main" id="{6BF75AF3-36B7-9E0E-5B52-D4279E4BECA5}"/>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 08                DEPARTMENT OF ARTIFICIAL INTELLIGENCE AND DATA SCIENCE</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608"/>
        <p:cNvGrpSpPr/>
        <p:nvPr/>
      </p:nvGrpSpPr>
      <p:grpSpPr>
        <a:xfrm>
          <a:off x="0" y="0"/>
          <a:ext cx="0" cy="0"/>
          <a:chOff x="0" y="0"/>
          <a:chExt cx="0" cy="0"/>
        </a:xfrm>
      </p:grpSpPr>
      <p:sp>
        <p:nvSpPr>
          <p:cNvPr id="609" name="Google Shape;609;p19"/>
          <p:cNvSpPr txBox="1"/>
          <p:nvPr/>
        </p:nvSpPr>
        <p:spPr>
          <a:xfrm>
            <a:off x="1752600" y="342900"/>
            <a:ext cx="14198600" cy="678000"/>
          </a:xfrm>
          <a:prstGeom prst="rect">
            <a:avLst/>
          </a:prstGeom>
          <a:noFill/>
          <a:ln>
            <a:noFill/>
          </a:ln>
        </p:spPr>
        <p:txBody>
          <a:bodyPr spcFirstLastPara="1" wrap="square" lIns="0" tIns="0" rIns="0" bIns="0" anchor="t" anchorCtr="0">
            <a:spAutoFit/>
          </a:bodyPr>
          <a:lstStyle/>
          <a:p>
            <a:pPr marR="0" lvl="0" algn="ctr" rtl="0">
              <a:lnSpc>
                <a:spcPct val="100000"/>
              </a:lnSpc>
              <a:spcBef>
                <a:spcPts val="0"/>
              </a:spcBef>
              <a:spcAft>
                <a:spcPts val="0"/>
              </a:spcAft>
              <a:buClr>
                <a:schemeClr val="dk1"/>
              </a:buClr>
              <a:buSzPts val="4400"/>
            </a:pPr>
            <a:r>
              <a:rPr lang="en-US" sz="4400" b="1" i="0" u="none" dirty="0">
                <a:solidFill>
                  <a:schemeClr val="dk1"/>
                </a:solidFill>
                <a:latin typeface="Arial"/>
                <a:ea typeface="Arial"/>
                <a:cs typeface="Arial"/>
                <a:sym typeface="Arial"/>
              </a:rPr>
              <a:t>Objective of the Project</a:t>
            </a:r>
            <a:endParaRPr dirty="0"/>
          </a:p>
        </p:txBody>
      </p:sp>
      <p:sp>
        <p:nvSpPr>
          <p:cNvPr id="610" name="Google Shape;610;p19"/>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611" name="Google Shape;611;p19"/>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4</a:t>
            </a:fld>
            <a:endParaRPr/>
          </a:p>
        </p:txBody>
      </p:sp>
      <p:sp>
        <p:nvSpPr>
          <p:cNvPr id="613" name="Google Shape;613;p19"/>
          <p:cNvSpPr txBox="1"/>
          <p:nvPr/>
        </p:nvSpPr>
        <p:spPr>
          <a:xfrm>
            <a:off x="1371600" y="1790700"/>
            <a:ext cx="16002000" cy="6740266"/>
          </a:xfrm>
          <a:prstGeom prst="rect">
            <a:avLst/>
          </a:prstGeom>
          <a:noFill/>
          <a:ln>
            <a:noFill/>
          </a:ln>
        </p:spPr>
        <p:txBody>
          <a:bodyPr spcFirstLastPara="1" wrap="square" lIns="91425" tIns="45700" rIns="91425" bIns="45700" anchor="t" anchorCtr="0">
            <a:spAutoFit/>
          </a:bodyPr>
          <a:lstStyle/>
          <a:p>
            <a:pPr lvl="0" defTabSz="457200" eaLnBrk="0" fontAlgn="base" hangingPunct="0">
              <a:spcBef>
                <a:spcPct val="0"/>
              </a:spcBef>
              <a:spcAft>
                <a:spcPct val="0"/>
              </a:spcAft>
              <a:buClrTx/>
              <a:defRPr/>
            </a:pPr>
            <a:r>
              <a:rPr lang="en-US" altLang="en-US" sz="2400" b="1" u="sng" kern="1200" dirty="0">
                <a:latin typeface="Arial" panose="020B0604020202020204" pitchFamily="34" charset="0"/>
                <a:cs typeface="Arial" panose="020B0604020202020204" pitchFamily="34" charset="0"/>
              </a:rPr>
              <a:t>Overall Goal:</a:t>
            </a:r>
            <a:r>
              <a:rPr lang="en-US" altLang="en-US" sz="2400" kern="1200" dirty="0">
                <a:latin typeface="Arial" panose="020B0604020202020204" pitchFamily="34" charset="0"/>
                <a:cs typeface="Arial" panose="020B0604020202020204" pitchFamily="34" charset="0"/>
              </a:rPr>
              <a:t> </a:t>
            </a:r>
          </a:p>
          <a:p>
            <a:pPr lvl="0" defTabSz="457200" eaLnBrk="0" fontAlgn="base" hangingPunct="0">
              <a:spcBef>
                <a:spcPct val="0"/>
              </a:spcBef>
              <a:spcAft>
                <a:spcPct val="0"/>
              </a:spcAft>
              <a:buClrTx/>
              <a:defRPr/>
            </a:pPr>
            <a:endParaRPr lang="en-US" sz="2400" kern="1200" dirty="0">
              <a:latin typeface="Arial" panose="020B0604020202020204" pitchFamily="34" charset="0"/>
              <a:cs typeface="Arial" panose="020B0604020202020204" pitchFamily="34" charset="0"/>
            </a:endParaRPr>
          </a:p>
          <a:p>
            <a:pPr lvl="0" defTabSz="457200" eaLnBrk="0" fontAlgn="base" hangingPunct="0">
              <a:spcBef>
                <a:spcPct val="0"/>
              </a:spcBef>
              <a:spcAft>
                <a:spcPct val="0"/>
              </a:spcAft>
              <a:buClrTx/>
              <a:defRPr/>
            </a:pPr>
            <a:r>
              <a:rPr lang="en-US" sz="2400" kern="1200" dirty="0">
                <a:latin typeface="Arial" panose="020B0604020202020204" pitchFamily="34" charset="0"/>
                <a:cs typeface="Arial" panose="020B0604020202020204" pitchFamily="34" charset="0"/>
              </a:rPr>
              <a:t>To develop an </a:t>
            </a:r>
            <a:r>
              <a:rPr lang="en-US" sz="2400" b="1" kern="1200" dirty="0">
                <a:latin typeface="Arial" panose="020B0604020202020204" pitchFamily="34" charset="0"/>
                <a:cs typeface="Arial" panose="020B0604020202020204" pitchFamily="34" charset="0"/>
              </a:rPr>
              <a:t>AI-powered predictive analytics framework</a:t>
            </a:r>
            <a:r>
              <a:rPr lang="en-US" sz="2400" kern="1200" dirty="0">
                <a:latin typeface="Arial" panose="020B0604020202020204" pitchFamily="34" charset="0"/>
                <a:cs typeface="Arial" panose="020B0604020202020204" pitchFamily="34" charset="0"/>
              </a:rPr>
              <a:t> for the early diagnosis and effective monitoring of varicose vein disorders, improving accuracy, reducing manual dependency, and enabling timely medical intervention.</a:t>
            </a:r>
          </a:p>
          <a:p>
            <a:pPr lvl="0" algn="just" defTabSz="457200" eaLnBrk="0" fontAlgn="base" hangingPunct="0">
              <a:spcBef>
                <a:spcPct val="0"/>
              </a:spcBef>
              <a:spcAft>
                <a:spcPct val="0"/>
              </a:spcAft>
              <a:buClrTx/>
              <a:defRPr/>
            </a:pPr>
            <a:endParaRPr lang="en-US" altLang="en-US" sz="2400" kern="1200" dirty="0">
              <a:latin typeface="Arial" panose="020B0604020202020204" pitchFamily="34" charset="0"/>
              <a:cs typeface="Arial" panose="020B0604020202020204" pitchFamily="34" charset="0"/>
            </a:endParaRPr>
          </a:p>
          <a:p>
            <a:pPr lvl="0" algn="just" defTabSz="457200" eaLnBrk="0" fontAlgn="base" hangingPunct="0">
              <a:spcBef>
                <a:spcPct val="0"/>
              </a:spcBef>
              <a:spcAft>
                <a:spcPct val="0"/>
              </a:spcAft>
              <a:buClrTx/>
              <a:defRPr/>
            </a:pPr>
            <a:r>
              <a:rPr lang="en-US" altLang="en-US" sz="2400" b="1" u="sng" kern="1200" dirty="0">
                <a:latin typeface="Arial" panose="020B0604020202020204" pitchFamily="34" charset="0"/>
                <a:cs typeface="Arial" panose="020B0604020202020204" pitchFamily="34" charset="0"/>
              </a:rPr>
              <a:t>Specific Objectives:</a:t>
            </a:r>
          </a:p>
          <a:p>
            <a:pPr lvl="0" algn="just" defTabSz="457200" eaLnBrk="0" fontAlgn="base" hangingPunct="0">
              <a:spcBef>
                <a:spcPct val="0"/>
              </a:spcBef>
              <a:spcAft>
                <a:spcPct val="0"/>
              </a:spcAft>
              <a:buClrTx/>
              <a:defRPr/>
            </a:pPr>
            <a:endParaRPr lang="en-US" altLang="en-US" sz="2400" b="1" kern="1200" dirty="0">
              <a:latin typeface="Arial" panose="020B0604020202020204" pitchFamily="34" charset="0"/>
              <a:cs typeface="Arial" panose="020B0604020202020204" pitchFamily="34" charset="0"/>
            </a:endParaRPr>
          </a:p>
          <a:p>
            <a:pPr marL="457200" lvl="0" indent="-457200" defTabSz="457200" eaLnBrk="0" fontAlgn="base" hangingPunct="0">
              <a:spcBef>
                <a:spcPct val="0"/>
              </a:spcBef>
              <a:spcAft>
                <a:spcPct val="0"/>
              </a:spcAft>
              <a:buClrTx/>
              <a:buFont typeface="+mj-lt"/>
              <a:buAutoNum type="arabicPeriod"/>
              <a:defRPr/>
            </a:pPr>
            <a:r>
              <a:rPr lang="en-US" sz="2400" kern="1200" dirty="0">
                <a:latin typeface="Arial" panose="020B0604020202020204" pitchFamily="34" charset="0"/>
                <a:cs typeface="Arial" panose="020B0604020202020204" pitchFamily="34" charset="0"/>
              </a:rPr>
              <a:t>To collect and preprocess clinical and imaging data related to varicose vein disorders. </a:t>
            </a:r>
          </a:p>
          <a:p>
            <a:pPr marL="457200" lvl="0" indent="-457200" defTabSz="457200" eaLnBrk="0" fontAlgn="base" hangingPunct="0">
              <a:spcBef>
                <a:spcPct val="0"/>
              </a:spcBef>
              <a:spcAft>
                <a:spcPct val="0"/>
              </a:spcAft>
              <a:buClrTx/>
              <a:buFont typeface="+mj-lt"/>
              <a:buAutoNum type="arabicPeriod"/>
              <a:defRPr/>
            </a:pPr>
            <a:endParaRPr lang="en-US" sz="2400" kern="1200" dirty="0">
              <a:latin typeface="Arial" panose="020B0604020202020204" pitchFamily="34" charset="0"/>
              <a:cs typeface="Arial" panose="020B0604020202020204" pitchFamily="34" charset="0"/>
            </a:endParaRPr>
          </a:p>
          <a:p>
            <a:pPr marL="457200" lvl="0" indent="-457200" defTabSz="457200" eaLnBrk="0" fontAlgn="base" hangingPunct="0">
              <a:spcBef>
                <a:spcPct val="0"/>
              </a:spcBef>
              <a:spcAft>
                <a:spcPct val="0"/>
              </a:spcAft>
              <a:buClrTx/>
              <a:buFont typeface="+mj-lt"/>
              <a:buAutoNum type="arabicPeriod"/>
              <a:defRPr/>
            </a:pPr>
            <a:r>
              <a:rPr lang="en-US" sz="2400" kern="1200" dirty="0">
                <a:latin typeface="Arial" panose="020B0604020202020204" pitchFamily="34" charset="0"/>
                <a:cs typeface="Arial" panose="020B0604020202020204" pitchFamily="34" charset="0"/>
              </a:rPr>
              <a:t>To design and implement machine learning/deep learning models for early detection. </a:t>
            </a:r>
          </a:p>
          <a:p>
            <a:pPr marL="457200" lvl="0" indent="-457200" defTabSz="457200" eaLnBrk="0" fontAlgn="base" hangingPunct="0">
              <a:spcBef>
                <a:spcPct val="0"/>
              </a:spcBef>
              <a:spcAft>
                <a:spcPct val="0"/>
              </a:spcAft>
              <a:buClrTx/>
              <a:buFont typeface="+mj-lt"/>
              <a:buAutoNum type="arabicPeriod"/>
              <a:defRPr/>
            </a:pPr>
            <a:endParaRPr lang="en-US" sz="2400" kern="1200" dirty="0">
              <a:latin typeface="Arial" panose="020B0604020202020204" pitchFamily="34" charset="0"/>
              <a:cs typeface="Arial" panose="020B0604020202020204" pitchFamily="34" charset="0"/>
            </a:endParaRPr>
          </a:p>
          <a:p>
            <a:pPr marL="457200" lvl="0" indent="-457200" defTabSz="457200" eaLnBrk="0" fontAlgn="base" hangingPunct="0">
              <a:spcBef>
                <a:spcPct val="0"/>
              </a:spcBef>
              <a:spcAft>
                <a:spcPct val="0"/>
              </a:spcAft>
              <a:buClrTx/>
              <a:buFont typeface="+mj-lt"/>
              <a:buAutoNum type="arabicPeriod"/>
              <a:defRPr/>
            </a:pPr>
            <a:r>
              <a:rPr lang="en-US" sz="2400" kern="1200" dirty="0">
                <a:latin typeface="Arial" panose="020B0604020202020204" pitchFamily="34" charset="0"/>
                <a:cs typeface="Arial" panose="020B0604020202020204" pitchFamily="34" charset="0"/>
              </a:rPr>
              <a:t>To analyze and classify the severity levels of the condition. </a:t>
            </a:r>
          </a:p>
          <a:p>
            <a:pPr marL="457200" lvl="0" indent="-457200" defTabSz="457200" eaLnBrk="0" fontAlgn="base" hangingPunct="0">
              <a:spcBef>
                <a:spcPct val="0"/>
              </a:spcBef>
              <a:spcAft>
                <a:spcPct val="0"/>
              </a:spcAft>
              <a:buClrTx/>
              <a:buFont typeface="+mj-lt"/>
              <a:buAutoNum type="arabicPeriod"/>
              <a:defRPr/>
            </a:pPr>
            <a:endParaRPr lang="en-US" sz="2400" kern="1200" dirty="0">
              <a:latin typeface="Arial" panose="020B0604020202020204" pitchFamily="34" charset="0"/>
              <a:cs typeface="Arial" panose="020B0604020202020204" pitchFamily="34" charset="0"/>
            </a:endParaRPr>
          </a:p>
          <a:p>
            <a:pPr marL="457200" lvl="0" indent="-457200" defTabSz="457200" eaLnBrk="0" fontAlgn="base" hangingPunct="0">
              <a:spcBef>
                <a:spcPct val="0"/>
              </a:spcBef>
              <a:spcAft>
                <a:spcPct val="0"/>
              </a:spcAft>
              <a:buClrTx/>
              <a:buFont typeface="+mj-lt"/>
              <a:buAutoNum type="arabicPeriod"/>
              <a:defRPr/>
            </a:pPr>
            <a:r>
              <a:rPr lang="en-US" sz="2400" kern="1200" dirty="0">
                <a:latin typeface="Arial" panose="020B0604020202020204" pitchFamily="34" charset="0"/>
                <a:cs typeface="Arial" panose="020B0604020202020204" pitchFamily="34" charset="0"/>
              </a:rPr>
              <a:t>To develop a system for continuous monitoring and prediction of disease progression. </a:t>
            </a:r>
          </a:p>
          <a:p>
            <a:pPr marL="457200" lvl="0" indent="-457200" defTabSz="457200" eaLnBrk="0" fontAlgn="base" hangingPunct="0">
              <a:spcBef>
                <a:spcPct val="0"/>
              </a:spcBef>
              <a:spcAft>
                <a:spcPct val="0"/>
              </a:spcAft>
              <a:buClrTx/>
              <a:buFont typeface="+mj-lt"/>
              <a:buAutoNum type="arabicPeriod"/>
              <a:defRPr/>
            </a:pPr>
            <a:endParaRPr lang="en-US" sz="2400" kern="1200" dirty="0">
              <a:latin typeface="Arial" panose="020B0604020202020204" pitchFamily="34" charset="0"/>
              <a:cs typeface="Arial" panose="020B0604020202020204" pitchFamily="34" charset="0"/>
            </a:endParaRPr>
          </a:p>
          <a:p>
            <a:pPr marL="457200" lvl="0" indent="-457200" defTabSz="457200" eaLnBrk="0" fontAlgn="base" hangingPunct="0">
              <a:spcBef>
                <a:spcPct val="0"/>
              </a:spcBef>
              <a:spcAft>
                <a:spcPct val="0"/>
              </a:spcAft>
              <a:buClrTx/>
              <a:buFont typeface="+mj-lt"/>
              <a:buAutoNum type="arabicPeriod"/>
              <a:defRPr/>
            </a:pPr>
            <a:r>
              <a:rPr lang="en-US" sz="2400" kern="1200" dirty="0">
                <a:latin typeface="Arial" panose="020B0604020202020204" pitchFamily="34" charset="0"/>
                <a:cs typeface="Arial" panose="020B0604020202020204" pitchFamily="34" charset="0"/>
              </a:rPr>
              <a:t>To improve diagnostic accuracy and support data-driven clinical decision-making. </a:t>
            </a:r>
            <a:endParaRPr lang="en-US" altLang="en-US" sz="2400" kern="1200" dirty="0">
              <a:latin typeface="Arial" panose="020B0604020202020204" pitchFamily="34" charset="0"/>
              <a:cs typeface="Arial" panose="020B0604020202020204" pitchFamily="34" charset="0"/>
            </a:endParaRPr>
          </a:p>
          <a:p>
            <a:pPr lvl="0" algn="just" defTabSz="457200" eaLnBrk="0" fontAlgn="base" hangingPunct="0">
              <a:spcBef>
                <a:spcPct val="0"/>
              </a:spcBef>
              <a:spcAft>
                <a:spcPct val="0"/>
              </a:spcAft>
              <a:buClrTx/>
              <a:buFont typeface="Arial" panose="020B0604020202020204" pitchFamily="34" charset="0"/>
              <a:buChar char="•"/>
              <a:defRPr/>
            </a:pPr>
            <a:endParaRPr lang="en-US" altLang="en-US" sz="2400" kern="1200" dirty="0">
              <a:latin typeface="Arial" panose="020B0604020202020204" pitchFamily="34" charset="0"/>
              <a:cs typeface="Arial" panose="020B0604020202020204" pitchFamily="34" charset="0"/>
            </a:endParaRPr>
          </a:p>
          <a:p>
            <a:pPr marL="0" indent="0">
              <a:buNone/>
            </a:pPr>
            <a:endParaRPr lang="en-US" sz="2400" dirty="0"/>
          </a:p>
        </p:txBody>
      </p:sp>
      <p:sp>
        <p:nvSpPr>
          <p:cNvPr id="2" name="Google Shape;583;p16">
            <a:extLst>
              <a:ext uri="{FF2B5EF4-FFF2-40B4-BE49-F238E27FC236}">
                <a16:creationId xmlns:a16="http://schemas.microsoft.com/office/drawing/2014/main" id="{1D9F4DA1-9383-F197-D8C1-0D5B57EBDD7D}"/>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  08                DEPARTMENT OF ARTIFICIAL INTELLIGENCE AND DATA SCIENCE</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617"/>
        <p:cNvGrpSpPr/>
        <p:nvPr/>
      </p:nvGrpSpPr>
      <p:grpSpPr>
        <a:xfrm>
          <a:off x="0" y="0"/>
          <a:ext cx="0" cy="0"/>
          <a:chOff x="0" y="0"/>
          <a:chExt cx="0" cy="0"/>
        </a:xfrm>
      </p:grpSpPr>
      <p:sp>
        <p:nvSpPr>
          <p:cNvPr id="618" name="Google Shape;618;p20"/>
          <p:cNvSpPr txBox="1"/>
          <p:nvPr/>
        </p:nvSpPr>
        <p:spPr>
          <a:xfrm>
            <a:off x="1752599" y="342900"/>
            <a:ext cx="14353309" cy="678000"/>
          </a:xfrm>
          <a:prstGeom prst="rect">
            <a:avLst/>
          </a:prstGeom>
          <a:noFill/>
          <a:ln>
            <a:noFill/>
          </a:ln>
        </p:spPr>
        <p:txBody>
          <a:bodyPr spcFirstLastPara="1" wrap="square" lIns="0" tIns="0" rIns="0" bIns="0" anchor="t" anchorCtr="0">
            <a:spAutoFit/>
          </a:bodyPr>
          <a:lstStyle/>
          <a:p>
            <a:pPr marR="0" lvl="0" algn="ctr" rtl="0">
              <a:lnSpc>
                <a:spcPct val="100000"/>
              </a:lnSpc>
              <a:spcBef>
                <a:spcPts val="0"/>
              </a:spcBef>
              <a:spcAft>
                <a:spcPts val="0"/>
              </a:spcAft>
              <a:buClr>
                <a:schemeClr val="dk1"/>
              </a:buClr>
              <a:buSzPts val="4400"/>
            </a:pPr>
            <a:r>
              <a:rPr lang="en-US" sz="4400" b="1" i="0" u="none" dirty="0">
                <a:solidFill>
                  <a:schemeClr val="dk1"/>
                </a:solidFill>
                <a:latin typeface="Arial"/>
                <a:ea typeface="Arial"/>
                <a:cs typeface="Arial"/>
                <a:sym typeface="Arial"/>
              </a:rPr>
              <a:t>Literature Review / Existing System</a:t>
            </a:r>
            <a:endParaRPr dirty="0"/>
          </a:p>
        </p:txBody>
      </p:sp>
      <p:sp>
        <p:nvSpPr>
          <p:cNvPr id="619" name="Google Shape;619;p20"/>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620" name="Google Shape;620;p20"/>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5</a:t>
            </a:fld>
            <a:endParaRPr/>
          </a:p>
        </p:txBody>
      </p:sp>
      <p:sp>
        <p:nvSpPr>
          <p:cNvPr id="622" name="Google Shape;622;p20"/>
          <p:cNvSpPr txBox="1"/>
          <p:nvPr/>
        </p:nvSpPr>
        <p:spPr>
          <a:xfrm>
            <a:off x="1371600" y="1790700"/>
            <a:ext cx="15018327" cy="6740266"/>
          </a:xfrm>
          <a:prstGeom prst="rect">
            <a:avLst/>
          </a:prstGeom>
          <a:noFill/>
          <a:ln>
            <a:noFill/>
          </a:ln>
        </p:spPr>
        <p:txBody>
          <a:bodyPr spcFirstLastPara="1" wrap="square" lIns="91425" tIns="45700" rIns="91425" bIns="45700" anchor="t" anchorCtr="0">
            <a:spAutoFit/>
          </a:bodyPr>
          <a:lstStyle/>
          <a:p>
            <a:pPr lvl="0" algn="just" defTabSz="457200" eaLnBrk="0" fontAlgn="base" hangingPunct="0">
              <a:spcBef>
                <a:spcPct val="0"/>
              </a:spcBef>
              <a:spcAft>
                <a:spcPct val="0"/>
              </a:spcAft>
              <a:buClrTx/>
              <a:defRPr/>
            </a:pPr>
            <a:r>
              <a:rPr lang="en-US" altLang="en-US" sz="2400" b="1" u="sng" kern="1200" dirty="0">
                <a:latin typeface="Arial" panose="020B0604020202020204" pitchFamily="34" charset="0"/>
                <a:cs typeface="Arial" panose="020B0604020202020204" pitchFamily="34" charset="0"/>
              </a:rPr>
              <a:t>Existing Solutions:</a:t>
            </a:r>
            <a:r>
              <a:rPr lang="en-US" altLang="en-US" sz="2400" kern="1200" dirty="0">
                <a:latin typeface="Arial" panose="020B0604020202020204" pitchFamily="34" charset="0"/>
                <a:cs typeface="Arial" panose="020B0604020202020204" pitchFamily="34" charset="0"/>
              </a:rPr>
              <a:t> </a:t>
            </a:r>
            <a:r>
              <a:rPr lang="en-US" sz="2400" kern="1200" dirty="0">
                <a:latin typeface="Arial" panose="020B0604020202020204" pitchFamily="34" charset="0"/>
                <a:cs typeface="Arial" panose="020B0604020202020204" pitchFamily="34" charset="0"/>
              </a:rPr>
              <a:t>Research has focused on diagnosing varicose vein disorders using traditional clinical methods and basic computational techniques. Image processing methods have been used to detect vein structures, while machine learning algorithms such as CNN, SVM, and Random Forest have been applied for classification and prediction. These approaches have improved diagnostic accuracy compared to manual methods.</a:t>
            </a:r>
          </a:p>
          <a:p>
            <a:pPr lvl="0" algn="just" defTabSz="457200" eaLnBrk="0" fontAlgn="base" hangingPunct="0">
              <a:spcBef>
                <a:spcPct val="0"/>
              </a:spcBef>
              <a:spcAft>
                <a:spcPct val="0"/>
              </a:spcAft>
              <a:buClrTx/>
              <a:defRPr/>
            </a:pPr>
            <a:endParaRPr lang="en-US" altLang="en-US" sz="2400" kern="1200" dirty="0">
              <a:latin typeface="Arial" panose="020B0604020202020204" pitchFamily="34" charset="0"/>
              <a:cs typeface="Arial" panose="020B0604020202020204" pitchFamily="34" charset="0"/>
            </a:endParaRPr>
          </a:p>
          <a:p>
            <a:pPr lvl="0" algn="just" defTabSz="457200" eaLnBrk="0" fontAlgn="base" hangingPunct="0">
              <a:spcBef>
                <a:spcPct val="0"/>
              </a:spcBef>
              <a:spcAft>
                <a:spcPct val="0"/>
              </a:spcAft>
              <a:buClrTx/>
              <a:defRPr/>
            </a:pPr>
            <a:r>
              <a:rPr lang="en-US" altLang="en-US" sz="2400" b="1" u="sng" kern="1200" dirty="0">
                <a:latin typeface="Arial" panose="020B0604020202020204" pitchFamily="34" charset="0"/>
                <a:cs typeface="Arial" panose="020B0604020202020204" pitchFamily="34" charset="0"/>
              </a:rPr>
              <a:t>Limitations:</a:t>
            </a:r>
            <a:r>
              <a:rPr lang="en-US" altLang="en-US" sz="2400" kern="1200" dirty="0">
                <a:latin typeface="Arial" panose="020B0604020202020204" pitchFamily="34" charset="0"/>
                <a:cs typeface="Arial" panose="020B0604020202020204" pitchFamily="34" charset="0"/>
              </a:rPr>
              <a:t> </a:t>
            </a:r>
            <a:r>
              <a:rPr lang="en-US" sz="2400" kern="1200" dirty="0">
                <a:latin typeface="Arial" panose="020B0604020202020204" pitchFamily="34" charset="0"/>
                <a:cs typeface="Arial" panose="020B0604020202020204" pitchFamily="34" charset="0"/>
              </a:rPr>
              <a:t>However, current systems suffer from several limitations, such as dependence on small and less diverse datasets, which affects model generalization. Most solutions are designed only for detection and do not support continuous monitoring or progression analysis. Additionally, many models require high computational resources and lack real-time applicability in clinical settings.</a:t>
            </a:r>
          </a:p>
          <a:p>
            <a:pPr lvl="0" algn="just" defTabSz="457200" eaLnBrk="0" fontAlgn="base" hangingPunct="0">
              <a:spcBef>
                <a:spcPct val="0"/>
              </a:spcBef>
              <a:spcAft>
                <a:spcPct val="0"/>
              </a:spcAft>
              <a:buClrTx/>
              <a:defRPr/>
            </a:pPr>
            <a:endParaRPr lang="en-US" altLang="en-US" sz="2400" kern="1200" dirty="0">
              <a:latin typeface="Arial" panose="020B0604020202020204" pitchFamily="34" charset="0"/>
              <a:cs typeface="Arial" panose="020B0604020202020204" pitchFamily="34" charset="0"/>
            </a:endParaRPr>
          </a:p>
          <a:p>
            <a:pPr lvl="0" algn="just" defTabSz="457200" eaLnBrk="0" fontAlgn="base" hangingPunct="0">
              <a:spcBef>
                <a:spcPct val="0"/>
              </a:spcBef>
              <a:spcAft>
                <a:spcPct val="0"/>
              </a:spcAft>
              <a:buClrTx/>
              <a:defRPr/>
            </a:pPr>
            <a:r>
              <a:rPr lang="en-US" altLang="en-US" sz="2400" b="1" u="sng" kern="1200" dirty="0">
                <a:latin typeface="Arial" panose="020B0604020202020204" pitchFamily="34" charset="0"/>
                <a:cs typeface="Arial" panose="020B0604020202020204" pitchFamily="34" charset="0"/>
              </a:rPr>
              <a:t>Our Approach:</a:t>
            </a:r>
            <a:r>
              <a:rPr lang="en-US" altLang="en-US" sz="2400" dirty="0">
                <a:latin typeface="Arial" panose="020B0604020202020204" pitchFamily="34" charset="0"/>
                <a:cs typeface="Arial" panose="020B0604020202020204" pitchFamily="34" charset="0"/>
              </a:rPr>
              <a:t>	 </a:t>
            </a:r>
            <a:r>
              <a:rPr lang="en-US" sz="2400" kern="1200" dirty="0">
                <a:latin typeface="Arial" panose="020B0604020202020204" pitchFamily="34" charset="0"/>
                <a:cs typeface="Arial" panose="020B0604020202020204" pitchFamily="34" charset="0"/>
              </a:rPr>
              <a:t>To address these challenges, we propose an AI-powered predictive analytics framework that integrates data preprocessing, feature extraction, and advanced machine learning models. The system focuses on early detection, accurate classification, and continuous monitoring of disease progression. It aims to provide a scalable, efficient, and user-friendly solution for better clinical decision-making.</a:t>
            </a:r>
            <a:endParaRPr lang="en-US" altLang="en-US" sz="2400" kern="1200" dirty="0">
              <a:latin typeface="Arial" panose="020B0604020202020204" pitchFamily="34" charset="0"/>
              <a:cs typeface="Arial" panose="020B0604020202020204" pitchFamily="34" charset="0"/>
            </a:endParaRPr>
          </a:p>
          <a:p>
            <a:pPr lvl="0" algn="just" defTabSz="457200" eaLnBrk="0" fontAlgn="base" hangingPunct="0">
              <a:spcBef>
                <a:spcPct val="0"/>
              </a:spcBef>
              <a:spcAft>
                <a:spcPct val="0"/>
              </a:spcAft>
              <a:buClrTx/>
              <a:defRPr/>
            </a:pPr>
            <a:endParaRPr lang="en-US" altLang="en-US" sz="2400" kern="1200" dirty="0">
              <a:latin typeface="Arial" panose="020B0604020202020204" pitchFamily="34" charset="0"/>
              <a:cs typeface="Arial" panose="020B0604020202020204" pitchFamily="34" charset="0"/>
            </a:endParaRPr>
          </a:p>
          <a:p>
            <a:pPr lvl="0" algn="just" defTabSz="457200" eaLnBrk="0" fontAlgn="base" hangingPunct="0">
              <a:spcBef>
                <a:spcPct val="0"/>
              </a:spcBef>
              <a:spcAft>
                <a:spcPct val="0"/>
              </a:spcAft>
              <a:buClrTx/>
              <a:defRPr/>
            </a:pPr>
            <a:endParaRPr lang="en-US" altLang="en-US" sz="2400" kern="1200" dirty="0">
              <a:latin typeface="Arial" panose="020B0604020202020204" pitchFamily="34" charset="0"/>
              <a:cs typeface="Arial" panose="020B0604020202020204" pitchFamily="34" charset="0"/>
            </a:endParaRPr>
          </a:p>
          <a:p>
            <a:pPr marL="0" indent="0">
              <a:buNone/>
            </a:pPr>
            <a:endParaRPr lang="en-US" sz="2400" dirty="0">
              <a:latin typeface="Arial" panose="020B0604020202020204" pitchFamily="34" charset="0"/>
              <a:cs typeface="Arial" panose="020B0604020202020204" pitchFamily="34" charset="0"/>
            </a:endParaRPr>
          </a:p>
        </p:txBody>
      </p:sp>
      <p:sp>
        <p:nvSpPr>
          <p:cNvPr id="2" name="Google Shape;583;p16">
            <a:extLst>
              <a:ext uri="{FF2B5EF4-FFF2-40B4-BE49-F238E27FC236}">
                <a16:creationId xmlns:a16="http://schemas.microsoft.com/office/drawing/2014/main" id="{DA9904D1-6DA2-5FAD-EB57-F260E3EDE792}"/>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 08                DEPARTMENT OF ARTIFICIAL INTELLIGENCE AND DATA SCIENCE</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626"/>
        <p:cNvGrpSpPr/>
        <p:nvPr/>
      </p:nvGrpSpPr>
      <p:grpSpPr>
        <a:xfrm>
          <a:off x="0" y="0"/>
          <a:ext cx="0" cy="0"/>
          <a:chOff x="0" y="0"/>
          <a:chExt cx="0" cy="0"/>
        </a:xfrm>
      </p:grpSpPr>
      <p:sp>
        <p:nvSpPr>
          <p:cNvPr id="627" name="Google Shape;627;p21"/>
          <p:cNvSpPr txBox="1"/>
          <p:nvPr/>
        </p:nvSpPr>
        <p:spPr>
          <a:xfrm>
            <a:off x="1752599" y="342900"/>
            <a:ext cx="14484929" cy="677108"/>
          </a:xfrm>
          <a:prstGeom prst="rect">
            <a:avLst/>
          </a:prstGeom>
          <a:noFill/>
          <a:ln>
            <a:noFill/>
          </a:ln>
        </p:spPr>
        <p:txBody>
          <a:bodyPr spcFirstLastPara="1" wrap="square" lIns="0" tIns="0" rIns="0" bIns="0" anchor="t" anchorCtr="0">
            <a:spAutoFit/>
          </a:bodyPr>
          <a:lstStyle/>
          <a:p>
            <a:pPr marR="0" lvl="0" algn="ctr" rtl="0">
              <a:lnSpc>
                <a:spcPct val="100000"/>
              </a:lnSpc>
              <a:spcBef>
                <a:spcPts val="0"/>
              </a:spcBef>
              <a:spcAft>
                <a:spcPts val="0"/>
              </a:spcAft>
              <a:buClr>
                <a:schemeClr val="dk1"/>
              </a:buClr>
              <a:buSzPts val="4400"/>
            </a:pPr>
            <a:r>
              <a:rPr lang="en-US" sz="4400" b="1" i="0" u="none" dirty="0">
                <a:solidFill>
                  <a:schemeClr val="dk1"/>
                </a:solidFill>
                <a:latin typeface="Arial"/>
                <a:ea typeface="Arial"/>
                <a:cs typeface="Arial"/>
                <a:sym typeface="Arial"/>
              </a:rPr>
              <a:t>Literature Review Summary</a:t>
            </a:r>
            <a:endParaRPr dirty="0"/>
          </a:p>
        </p:txBody>
      </p:sp>
      <p:sp>
        <p:nvSpPr>
          <p:cNvPr id="628" name="Google Shape;628;p21"/>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629" name="Google Shape;629;p21"/>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6</a:t>
            </a:fld>
            <a:endParaRPr/>
          </a:p>
        </p:txBody>
      </p:sp>
      <p:sp>
        <p:nvSpPr>
          <p:cNvPr id="3" name="Google Shape;583;p16">
            <a:extLst>
              <a:ext uri="{FF2B5EF4-FFF2-40B4-BE49-F238E27FC236}">
                <a16:creationId xmlns:a16="http://schemas.microsoft.com/office/drawing/2014/main" id="{8F4B977F-76BC-DD19-E5AC-12E7E8830454}"/>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 08                DEPARTMENT OF ARTIFICIAL INTELLIGENCE AND DATA SCIENCE</a:t>
            </a:r>
            <a:endParaRPr dirty="0"/>
          </a:p>
        </p:txBody>
      </p:sp>
      <p:graphicFrame>
        <p:nvGraphicFramePr>
          <p:cNvPr id="2" name="Table 1">
            <a:extLst>
              <a:ext uri="{FF2B5EF4-FFF2-40B4-BE49-F238E27FC236}">
                <a16:creationId xmlns:a16="http://schemas.microsoft.com/office/drawing/2014/main" id="{D32F2E0F-5AB2-314F-2F67-FBBD7B16E9F3}"/>
              </a:ext>
            </a:extLst>
          </p:cNvPr>
          <p:cNvGraphicFramePr>
            <a:graphicFrameLocks noGrp="1"/>
          </p:cNvGraphicFramePr>
          <p:nvPr/>
        </p:nvGraphicFramePr>
        <p:xfrm>
          <a:off x="3048000" y="1079500"/>
          <a:ext cx="12192000" cy="222504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1112612741"/>
                    </a:ext>
                  </a:extLst>
                </a:gridCol>
                <a:gridCol w="3048000">
                  <a:extLst>
                    <a:ext uri="{9D8B030D-6E8A-4147-A177-3AD203B41FA5}">
                      <a16:colId xmlns:a16="http://schemas.microsoft.com/office/drawing/2014/main" val="3431277373"/>
                    </a:ext>
                  </a:extLst>
                </a:gridCol>
                <a:gridCol w="3048000">
                  <a:extLst>
                    <a:ext uri="{9D8B030D-6E8A-4147-A177-3AD203B41FA5}">
                      <a16:colId xmlns:a16="http://schemas.microsoft.com/office/drawing/2014/main" val="1920335095"/>
                    </a:ext>
                  </a:extLst>
                </a:gridCol>
                <a:gridCol w="3048000">
                  <a:extLst>
                    <a:ext uri="{9D8B030D-6E8A-4147-A177-3AD203B41FA5}">
                      <a16:colId xmlns:a16="http://schemas.microsoft.com/office/drawing/2014/main" val="2869041761"/>
                    </a:ext>
                  </a:extLst>
                </a:gridCol>
              </a:tblGrid>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89136346"/>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091594609"/>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63977897"/>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415208446"/>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72208208"/>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059184476"/>
                  </a:ext>
                </a:extLst>
              </a:tr>
            </a:tbl>
          </a:graphicData>
        </a:graphic>
      </p:graphicFrame>
      <p:graphicFrame>
        <p:nvGraphicFramePr>
          <p:cNvPr id="4" name="Table 3">
            <a:extLst>
              <a:ext uri="{FF2B5EF4-FFF2-40B4-BE49-F238E27FC236}">
                <a16:creationId xmlns:a16="http://schemas.microsoft.com/office/drawing/2014/main" id="{6BD219BA-6813-BDA8-47C4-F9D194F8D436}"/>
              </a:ext>
            </a:extLst>
          </p:cNvPr>
          <p:cNvGraphicFramePr>
            <a:graphicFrameLocks noGrp="1"/>
          </p:cNvGraphicFramePr>
          <p:nvPr>
            <p:extLst>
              <p:ext uri="{D42A27DB-BD31-4B8C-83A1-F6EECF244321}">
                <p14:modId xmlns:p14="http://schemas.microsoft.com/office/powerpoint/2010/main" val="4078612105"/>
              </p:ext>
            </p:extLst>
          </p:nvPr>
        </p:nvGraphicFramePr>
        <p:xfrm>
          <a:off x="997525" y="1079498"/>
          <a:ext cx="15240004" cy="8455028"/>
        </p:xfrm>
        <a:graphic>
          <a:graphicData uri="http://schemas.openxmlformats.org/drawingml/2006/table">
            <a:tbl>
              <a:tblPr firstRow="1" bandRow="1">
                <a:tableStyleId>{5C22544A-7EE6-4342-B048-85BDC9FD1C3A}</a:tableStyleId>
              </a:tblPr>
              <a:tblGrid>
                <a:gridCol w="3810001">
                  <a:extLst>
                    <a:ext uri="{9D8B030D-6E8A-4147-A177-3AD203B41FA5}">
                      <a16:colId xmlns:a16="http://schemas.microsoft.com/office/drawing/2014/main" val="626502962"/>
                    </a:ext>
                  </a:extLst>
                </a:gridCol>
                <a:gridCol w="3810001">
                  <a:extLst>
                    <a:ext uri="{9D8B030D-6E8A-4147-A177-3AD203B41FA5}">
                      <a16:colId xmlns:a16="http://schemas.microsoft.com/office/drawing/2014/main" val="662318410"/>
                    </a:ext>
                  </a:extLst>
                </a:gridCol>
                <a:gridCol w="3810001">
                  <a:extLst>
                    <a:ext uri="{9D8B030D-6E8A-4147-A177-3AD203B41FA5}">
                      <a16:colId xmlns:a16="http://schemas.microsoft.com/office/drawing/2014/main" val="2642462252"/>
                    </a:ext>
                  </a:extLst>
                </a:gridCol>
                <a:gridCol w="3810001">
                  <a:extLst>
                    <a:ext uri="{9D8B030D-6E8A-4147-A177-3AD203B41FA5}">
                      <a16:colId xmlns:a16="http://schemas.microsoft.com/office/drawing/2014/main" val="3090669647"/>
                    </a:ext>
                  </a:extLst>
                </a:gridCol>
              </a:tblGrid>
              <a:tr h="884829">
                <a:tc>
                  <a:txBody>
                    <a:bodyPr/>
                    <a:lstStyle/>
                    <a:p>
                      <a:pPr algn="ctr">
                        <a:buNone/>
                      </a:pPr>
                      <a:endParaRPr lang="en-US" sz="2400" b="1" dirty="0"/>
                    </a:p>
                    <a:p>
                      <a:pPr algn="ctr">
                        <a:buNone/>
                      </a:pPr>
                      <a:r>
                        <a:rPr lang="en-US" sz="2400" b="1" dirty="0"/>
                        <a:t>Author &amp; Year</a:t>
                      </a:r>
                      <a:endParaRPr lang="en-US" sz="2400" dirty="0"/>
                    </a:p>
                  </a:txBody>
                  <a:tcPr anchor="ctr"/>
                </a:tc>
                <a:tc>
                  <a:txBody>
                    <a:bodyPr/>
                    <a:lstStyle/>
                    <a:p>
                      <a:pPr algn="ctr">
                        <a:buNone/>
                      </a:pPr>
                      <a:endParaRPr lang="en-US" sz="2400" dirty="0"/>
                    </a:p>
                    <a:p>
                      <a:pPr algn="ctr">
                        <a:buNone/>
                      </a:pPr>
                      <a:r>
                        <a:rPr lang="en-US" sz="2400" dirty="0"/>
                        <a:t>Study</a:t>
                      </a:r>
                    </a:p>
                  </a:txBody>
                  <a:tcPr anchor="ctr"/>
                </a:tc>
                <a:tc>
                  <a:txBody>
                    <a:bodyPr/>
                    <a:lstStyle/>
                    <a:p>
                      <a:pPr algn="ctr"/>
                      <a:endParaRPr lang="en-US" sz="2400" dirty="0"/>
                    </a:p>
                    <a:p>
                      <a:pPr algn="ctr"/>
                      <a:r>
                        <a:rPr lang="en-US" sz="2400" dirty="0"/>
                        <a:t>Major Findings</a:t>
                      </a:r>
                    </a:p>
                  </a:txBody>
                  <a:tcPr/>
                </a:tc>
                <a:tc>
                  <a:txBody>
                    <a:bodyPr/>
                    <a:lstStyle/>
                    <a:p>
                      <a:pPr algn="ctr"/>
                      <a:endParaRPr lang="en-US" sz="2400" dirty="0"/>
                    </a:p>
                    <a:p>
                      <a:pPr algn="ctr"/>
                      <a:r>
                        <a:rPr lang="en-US" sz="2400" dirty="0"/>
                        <a:t>Research Gap</a:t>
                      </a:r>
                    </a:p>
                  </a:txBody>
                  <a:tcPr/>
                </a:tc>
                <a:extLst>
                  <a:ext uri="{0D108BD9-81ED-4DB2-BD59-A6C34878D82A}">
                    <a16:rowId xmlns:a16="http://schemas.microsoft.com/office/drawing/2014/main" val="3637267003"/>
                  </a:ext>
                </a:extLst>
              </a:tr>
              <a:tr h="1409171">
                <a:tc>
                  <a:txBody>
                    <a:bodyPr/>
                    <a:lstStyle/>
                    <a:p>
                      <a:r>
                        <a:rPr lang="en-US" sz="2000" dirty="0"/>
                        <a:t>Pugalenthi &amp; Garapati (2025)</a:t>
                      </a:r>
                    </a:p>
                  </a:txBody>
                  <a:tcPr/>
                </a:tc>
                <a:tc>
                  <a:txBody>
                    <a:bodyPr/>
                    <a:lstStyle/>
                    <a:p>
                      <a:r>
                        <a:rPr lang="it-IT" sz="2000" dirty="0"/>
                        <a:t>AI in varicose vein diagnosis and management</a:t>
                      </a:r>
                      <a:endParaRPr lang="en-US" sz="2000" dirty="0"/>
                    </a:p>
                  </a:txBody>
                  <a:tcPr/>
                </a:tc>
                <a:tc>
                  <a:txBody>
                    <a:bodyPr/>
                    <a:lstStyle/>
                    <a:p>
                      <a:r>
                        <a:rPr lang="en-US" sz="2000" dirty="0"/>
                        <a:t>AI improves diagnosis accuracy, risk prediction, and treatment planning using deep learning and medical data</a:t>
                      </a:r>
                    </a:p>
                  </a:txBody>
                  <a:tcPr/>
                </a:tc>
                <a:tc>
                  <a:txBody>
                    <a:bodyPr/>
                    <a:lstStyle/>
                    <a:p>
                      <a:r>
                        <a:rPr lang="en-US" sz="2000" dirty="0"/>
                        <a:t>Lack of large-scale validation, ethical concerns, and limited real-world clinical implementation</a:t>
                      </a:r>
                    </a:p>
                  </a:txBody>
                  <a:tcPr/>
                </a:tc>
                <a:extLst>
                  <a:ext uri="{0D108BD9-81ED-4DB2-BD59-A6C34878D82A}">
                    <a16:rowId xmlns:a16="http://schemas.microsoft.com/office/drawing/2014/main" val="1778736905"/>
                  </a:ext>
                </a:extLst>
              </a:tr>
              <a:tr h="1081457">
                <a:tc>
                  <a:txBody>
                    <a:bodyPr/>
                    <a:lstStyle/>
                    <a:p>
                      <a:r>
                        <a:rPr lang="en-US" sz="2000" dirty="0"/>
                        <a:t>Wilkinson et al. (2025)</a:t>
                      </a:r>
                    </a:p>
                  </a:txBody>
                  <a:tcPr/>
                </a:tc>
                <a:tc>
                  <a:txBody>
                    <a:bodyPr/>
                    <a:lstStyle/>
                    <a:p>
                      <a:r>
                        <a:rPr lang="en-US" sz="2000" dirty="0"/>
                        <a:t>AI applications in venous diseases</a:t>
                      </a:r>
                    </a:p>
                  </a:txBody>
                  <a:tcPr/>
                </a:tc>
                <a:tc>
                  <a:txBody>
                    <a:bodyPr/>
                    <a:lstStyle/>
                    <a:p>
                      <a:r>
                        <a:rPr lang="en-US" sz="2000" dirty="0"/>
                        <a:t>AI models can analyze imaging and clinical data effectively for disease detection</a:t>
                      </a:r>
                    </a:p>
                  </a:txBody>
                  <a:tcPr/>
                </a:tc>
                <a:tc>
                  <a:txBody>
                    <a:bodyPr/>
                    <a:lstStyle/>
                    <a:p>
                      <a:r>
                        <a:rPr lang="en-US" sz="2000" dirty="0"/>
                        <a:t>Most models are not explainable and lack integration of multiple data sources</a:t>
                      </a:r>
                    </a:p>
                  </a:txBody>
                  <a:tcPr/>
                </a:tc>
                <a:extLst>
                  <a:ext uri="{0D108BD9-81ED-4DB2-BD59-A6C34878D82A}">
                    <a16:rowId xmlns:a16="http://schemas.microsoft.com/office/drawing/2014/main" val="3338954148"/>
                  </a:ext>
                </a:extLst>
              </a:tr>
              <a:tr h="753743">
                <a:tc>
                  <a:txBody>
                    <a:bodyPr/>
                    <a:lstStyle/>
                    <a:p>
                      <a:r>
                        <a:rPr lang="en-US" sz="2000" dirty="0"/>
                        <a:t>Matei et al. (2025)</a:t>
                      </a:r>
                    </a:p>
                  </a:txBody>
                  <a:tcPr/>
                </a:tc>
                <a:tc>
                  <a:txBody>
                    <a:bodyPr/>
                    <a:lstStyle/>
                    <a:p>
                      <a:r>
                        <a:rPr lang="it-IT" sz="2000" dirty="0"/>
                        <a:t>AI in diagnosing phlebological diseases</a:t>
                      </a:r>
                      <a:endParaRPr lang="en-US" sz="2000" dirty="0"/>
                    </a:p>
                  </a:txBody>
                  <a:tcPr/>
                </a:tc>
                <a:tc>
                  <a:txBody>
                    <a:bodyPr/>
                    <a:lstStyle/>
                    <a:p>
                      <a:r>
                        <a:rPr lang="en-US" sz="2000" dirty="0"/>
                        <a:t>AI provides better classification and detection of vein disorders</a:t>
                      </a:r>
                    </a:p>
                  </a:txBody>
                  <a:tcPr/>
                </a:tc>
                <a:tc>
                  <a:txBody>
                    <a:bodyPr/>
                    <a:lstStyle/>
                    <a:p>
                      <a:r>
                        <a:rPr lang="en-US" sz="2000" dirty="0"/>
                        <a:t>Limited clinical adoption and insufficient validation datasets</a:t>
                      </a:r>
                    </a:p>
                  </a:txBody>
                  <a:tcPr/>
                </a:tc>
                <a:extLst>
                  <a:ext uri="{0D108BD9-81ED-4DB2-BD59-A6C34878D82A}">
                    <a16:rowId xmlns:a16="http://schemas.microsoft.com/office/drawing/2014/main" val="3932778011"/>
                  </a:ext>
                </a:extLst>
              </a:tr>
              <a:tr h="1081457">
                <a:tc>
                  <a:txBody>
                    <a:bodyPr/>
                    <a:lstStyle/>
                    <a:p>
                      <a:r>
                        <a:rPr lang="en-US" sz="2000" dirty="0"/>
                        <a:t>Barulina et al. (2022)</a:t>
                      </a:r>
                    </a:p>
                  </a:txBody>
                  <a:tcPr/>
                </a:tc>
                <a:tc>
                  <a:txBody>
                    <a:bodyPr/>
                    <a:lstStyle/>
                    <a:p>
                      <a:r>
                        <a:rPr lang="en-US" sz="2000" dirty="0"/>
                        <a:t>Deep learning for chronic venous disease classification</a:t>
                      </a:r>
                    </a:p>
                  </a:txBody>
                  <a:tcPr/>
                </a:tc>
                <a:tc>
                  <a:txBody>
                    <a:bodyPr/>
                    <a:lstStyle/>
                    <a:p>
                      <a:r>
                        <a:rPr lang="en-US" sz="2000" dirty="0"/>
                        <a:t>CNN-based models achieved high accuracy (up to ~99%) in classification tasks</a:t>
                      </a:r>
                    </a:p>
                  </a:txBody>
                  <a:tcPr/>
                </a:tc>
                <a:tc>
                  <a:txBody>
                    <a:bodyPr/>
                    <a:lstStyle/>
                    <a:p>
                      <a:r>
                        <a:rPr lang="en-US" sz="2000" dirty="0"/>
                        <a:t>Focus only on imaging data; no prediction of disease progression</a:t>
                      </a:r>
                    </a:p>
                  </a:txBody>
                  <a:tcPr/>
                </a:tc>
                <a:extLst>
                  <a:ext uri="{0D108BD9-81ED-4DB2-BD59-A6C34878D82A}">
                    <a16:rowId xmlns:a16="http://schemas.microsoft.com/office/drawing/2014/main" val="692545328"/>
                  </a:ext>
                </a:extLst>
              </a:tr>
              <a:tr h="1081457">
                <a:tc>
                  <a:txBody>
                    <a:bodyPr/>
                    <a:lstStyle/>
                    <a:p>
                      <a:r>
                        <a:rPr lang="en-US" sz="2000" dirty="0"/>
                        <a:t>Tabari et al. (2025)</a:t>
                      </a:r>
                    </a:p>
                  </a:txBody>
                  <a:tcPr/>
                </a:tc>
                <a:tc>
                  <a:txBody>
                    <a:bodyPr/>
                    <a:lstStyle/>
                    <a:p>
                      <a:r>
                        <a:rPr lang="en-US" sz="2000" dirty="0"/>
                        <a:t>Interpretable AI for thrombosis risk prediction</a:t>
                      </a:r>
                    </a:p>
                  </a:txBody>
                  <a:tcPr/>
                </a:tc>
                <a:tc>
                  <a:txBody>
                    <a:bodyPr/>
                    <a:lstStyle/>
                    <a:p>
                      <a:r>
                        <a:rPr lang="en-US" sz="2000" dirty="0"/>
                        <a:t>Explainable AI improves trust and identifies important features influencing predictions</a:t>
                      </a:r>
                    </a:p>
                  </a:txBody>
                  <a:tcPr/>
                </a:tc>
                <a:tc>
                  <a:txBody>
                    <a:bodyPr/>
                    <a:lstStyle/>
                    <a:p>
                      <a:r>
                        <a:rPr lang="en-US" sz="2000" dirty="0"/>
                        <a:t>Limited to specific conditions; not generalized for varicose vein progression</a:t>
                      </a:r>
                    </a:p>
                  </a:txBody>
                  <a:tcPr/>
                </a:tc>
                <a:extLst>
                  <a:ext uri="{0D108BD9-81ED-4DB2-BD59-A6C34878D82A}">
                    <a16:rowId xmlns:a16="http://schemas.microsoft.com/office/drawing/2014/main" val="920868344"/>
                  </a:ext>
                </a:extLst>
              </a:tr>
              <a:tr h="1081457">
                <a:tc>
                  <a:txBody>
                    <a:bodyPr/>
                    <a:lstStyle/>
                    <a:p>
                      <a:r>
                        <a:rPr lang="en-US" sz="2000" dirty="0"/>
                        <a:t>Oliveira et al. (2022)</a:t>
                      </a:r>
                    </a:p>
                  </a:txBody>
                  <a:tcPr/>
                </a:tc>
                <a:tc>
                  <a:txBody>
                    <a:bodyPr/>
                    <a:lstStyle/>
                    <a:p>
                      <a:r>
                        <a:rPr lang="en-US" sz="2000" dirty="0"/>
                        <a:t>CNN for classification and segmentation of venous disorders</a:t>
                      </a:r>
                    </a:p>
                  </a:txBody>
                  <a:tcPr/>
                </a:tc>
                <a:tc>
                  <a:txBody>
                    <a:bodyPr/>
                    <a:lstStyle/>
                    <a:p>
                      <a:r>
                        <a:rPr lang="en-US" sz="2000" dirty="0"/>
                        <a:t>Multi-task CNN improves segmentation and classification accuracy</a:t>
                      </a:r>
                    </a:p>
                  </a:txBody>
                  <a:tcPr/>
                </a:tc>
                <a:tc>
                  <a:txBody>
                    <a:bodyPr/>
                    <a:lstStyle/>
                    <a:p>
                      <a:r>
                        <a:rPr lang="en-US" sz="2000" dirty="0"/>
                        <a:t>Does not include clinical or wearable data for better prediction</a:t>
                      </a:r>
                    </a:p>
                  </a:txBody>
                  <a:tcPr/>
                </a:tc>
                <a:extLst>
                  <a:ext uri="{0D108BD9-81ED-4DB2-BD59-A6C34878D82A}">
                    <a16:rowId xmlns:a16="http://schemas.microsoft.com/office/drawing/2014/main" val="3889924700"/>
                  </a:ext>
                </a:extLst>
              </a:tr>
              <a:tr h="1081457">
                <a:tc>
                  <a:txBody>
                    <a:bodyPr/>
                    <a:lstStyle/>
                    <a:p>
                      <a:r>
                        <a:rPr lang="en-US" sz="2000" dirty="0"/>
                        <a:t>Rajathi et al. (2024)</a:t>
                      </a:r>
                    </a:p>
                  </a:txBody>
                  <a:tcPr/>
                </a:tc>
                <a:tc>
                  <a:txBody>
                    <a:bodyPr/>
                    <a:lstStyle/>
                    <a:p>
                      <a:r>
                        <a:rPr lang="en-US" sz="2000" dirty="0"/>
                        <a:t>Deep learning model for ulcer classification</a:t>
                      </a:r>
                    </a:p>
                  </a:txBody>
                  <a:tcPr/>
                </a:tc>
                <a:tc>
                  <a:txBody>
                    <a:bodyPr/>
                    <a:lstStyle/>
                    <a:p>
                      <a:r>
                        <a:rPr lang="en-US" sz="2000" dirty="0"/>
                        <a:t>Achieved high accuracy in ulcer staging using CNN-based models</a:t>
                      </a:r>
                    </a:p>
                  </a:txBody>
                  <a:tcPr/>
                </a:tc>
                <a:tc>
                  <a:txBody>
                    <a:bodyPr/>
                    <a:lstStyle/>
                    <a:p>
                      <a:r>
                        <a:rPr lang="en-US" sz="2000" dirty="0"/>
                        <a:t>Focus only on advanced stages, lacks early diagnosis capability</a:t>
                      </a:r>
                    </a:p>
                  </a:txBody>
                  <a:tcPr/>
                </a:tc>
                <a:extLst>
                  <a:ext uri="{0D108BD9-81ED-4DB2-BD59-A6C34878D82A}">
                    <a16:rowId xmlns:a16="http://schemas.microsoft.com/office/drawing/2014/main" val="100029149"/>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637"/>
        <p:cNvGrpSpPr/>
        <p:nvPr/>
      </p:nvGrpSpPr>
      <p:grpSpPr>
        <a:xfrm>
          <a:off x="0" y="0"/>
          <a:ext cx="0" cy="0"/>
          <a:chOff x="0" y="0"/>
          <a:chExt cx="0" cy="0"/>
        </a:xfrm>
      </p:grpSpPr>
      <p:sp>
        <p:nvSpPr>
          <p:cNvPr id="638" name="Google Shape;638;p22"/>
          <p:cNvSpPr txBox="1"/>
          <p:nvPr/>
        </p:nvSpPr>
        <p:spPr>
          <a:xfrm>
            <a:off x="1752600" y="342900"/>
            <a:ext cx="14198600" cy="678000"/>
          </a:xfrm>
          <a:prstGeom prst="rect">
            <a:avLst/>
          </a:prstGeom>
          <a:noFill/>
          <a:ln>
            <a:noFill/>
          </a:ln>
        </p:spPr>
        <p:txBody>
          <a:bodyPr spcFirstLastPara="1" wrap="square" lIns="0" tIns="0" rIns="0" bIns="0" anchor="t" anchorCtr="0">
            <a:spAutoFit/>
          </a:bodyPr>
          <a:lstStyle/>
          <a:p>
            <a:pPr marR="0" lvl="0" algn="ctr" rtl="0">
              <a:lnSpc>
                <a:spcPct val="100000"/>
              </a:lnSpc>
              <a:spcBef>
                <a:spcPts val="0"/>
              </a:spcBef>
              <a:spcAft>
                <a:spcPts val="0"/>
              </a:spcAft>
              <a:buClr>
                <a:schemeClr val="dk1"/>
              </a:buClr>
              <a:buSzPts val="4400"/>
            </a:pPr>
            <a:r>
              <a:rPr lang="en-US" sz="4400" b="1" i="0" u="none" dirty="0">
                <a:solidFill>
                  <a:schemeClr val="dk1"/>
                </a:solidFill>
                <a:latin typeface="Arial"/>
                <a:ea typeface="Arial"/>
                <a:cs typeface="Arial"/>
                <a:sym typeface="Arial"/>
              </a:rPr>
              <a:t>Proposed System</a:t>
            </a:r>
            <a:endParaRPr dirty="0"/>
          </a:p>
        </p:txBody>
      </p:sp>
      <p:sp>
        <p:nvSpPr>
          <p:cNvPr id="639" name="Google Shape;639;p22"/>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640" name="Google Shape;640;p22"/>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7</a:t>
            </a:fld>
            <a:endParaRPr/>
          </a:p>
        </p:txBody>
      </p:sp>
      <p:sp>
        <p:nvSpPr>
          <p:cNvPr id="642" name="Google Shape;642;p22"/>
          <p:cNvSpPr txBox="1"/>
          <p:nvPr/>
        </p:nvSpPr>
        <p:spPr>
          <a:xfrm>
            <a:off x="1371600" y="1790700"/>
            <a:ext cx="14838218" cy="7848262"/>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400" b="1" u="sng" dirty="0">
                <a:latin typeface="Arial" panose="020B0604020202020204" pitchFamily="34" charset="0"/>
                <a:cs typeface="Arial" panose="020B0604020202020204" pitchFamily="34" charset="0"/>
              </a:rPr>
              <a:t>Data Acquisition &amp; Preprocessing:</a:t>
            </a:r>
            <a:r>
              <a:rPr lang="en-US" sz="2400" dirty="0">
                <a:latin typeface="Arial" panose="020B0604020202020204" pitchFamily="34" charset="0"/>
                <a:cs typeface="Arial" panose="020B0604020202020204" pitchFamily="34" charset="0"/>
              </a:rPr>
              <a:t> This initial stage focuses on gathering diverse data types, including medical histories, laboratory results, and raw ultrasound/Doppler images. </a:t>
            </a:r>
          </a:p>
          <a:p>
            <a:pPr marL="457200" indent="-457200">
              <a:buFont typeface="+mj-lt"/>
              <a:buAutoNum type="arabicPeriod"/>
            </a:pPr>
            <a:endParaRPr lang="en-US" sz="2400" dirty="0">
              <a:latin typeface="Arial" panose="020B0604020202020204" pitchFamily="34" charset="0"/>
              <a:cs typeface="Arial" panose="020B0604020202020204" pitchFamily="34" charset="0"/>
            </a:endParaRPr>
          </a:p>
          <a:p>
            <a:pPr marL="457200" indent="-457200">
              <a:buFont typeface="+mj-lt"/>
              <a:buAutoNum type="arabicPeriod"/>
            </a:pPr>
            <a:r>
              <a:rPr lang="en-US" sz="2400" b="1" u="sng" dirty="0">
                <a:latin typeface="Arial" panose="020B0604020202020204" pitchFamily="34" charset="0"/>
                <a:cs typeface="Arial" panose="020B0604020202020204" pitchFamily="34" charset="0"/>
              </a:rPr>
              <a:t>Imaging Analysis:</a:t>
            </a:r>
            <a:r>
              <a:rPr lang="en-US" sz="2400" dirty="0">
                <a:latin typeface="Arial" panose="020B0604020202020204" pitchFamily="34" charset="0"/>
                <a:cs typeface="Arial" panose="020B0604020202020204" pitchFamily="34" charset="0"/>
              </a:rPr>
              <a:t> Utilizes deep learning (e.g., CNNs) to identify key morphological features such as vein diameter, valve incompetence, and presence of </a:t>
            </a:r>
            <a:r>
              <a:rPr lang="en-US" sz="2400" dirty="0" err="1">
                <a:latin typeface="Arial" panose="020B0604020202020204" pitchFamily="34" charset="0"/>
                <a:cs typeface="Arial" panose="020B0604020202020204" pitchFamily="34" charset="0"/>
              </a:rPr>
              <a:t>thrombi.n</a:t>
            </a:r>
            <a:r>
              <a:rPr lang="en-US" sz="2400" dirty="0">
                <a:latin typeface="Arial" panose="020B0604020202020204" pitchFamily="34" charset="0"/>
                <a:cs typeface="Arial" panose="020B0604020202020204" pitchFamily="34" charset="0"/>
              </a:rPr>
              <a:t> Business</a:t>
            </a:r>
          </a:p>
          <a:p>
            <a:pPr marL="457200" indent="-457200">
              <a:buFont typeface="+mj-lt"/>
              <a:buAutoNum type="arabicPeriod"/>
            </a:pPr>
            <a:endParaRPr lang="en-US" sz="2400" dirty="0">
              <a:latin typeface="Arial" panose="020B0604020202020204" pitchFamily="34" charset="0"/>
              <a:cs typeface="Arial" panose="020B0604020202020204" pitchFamily="34" charset="0"/>
            </a:endParaRPr>
          </a:p>
          <a:p>
            <a:pPr marL="457200" indent="-457200">
              <a:buFont typeface="+mj-lt"/>
              <a:buAutoNum type="arabicPeriod"/>
            </a:pPr>
            <a:r>
              <a:rPr lang="en-US" sz="2400" b="1" u="sng" dirty="0">
                <a:latin typeface="Arial" panose="020B0604020202020204" pitchFamily="34" charset="0"/>
                <a:cs typeface="Arial" panose="020B0604020202020204" pitchFamily="34" charset="0"/>
              </a:rPr>
              <a:t>Clinical &amp; Wearable Data Fusion:</a:t>
            </a: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Multimodal Integration Combines static clinical records with real-time longitudinal data from wearable sensors (e.g., activity levels, calf muscle pump efficiency, and limb pressure).</a:t>
            </a:r>
          </a:p>
          <a:p>
            <a:pPr marL="457200" indent="-457200">
              <a:buFont typeface="+mj-lt"/>
              <a:buAutoNum type="arabicPeriod"/>
            </a:pPr>
            <a:endParaRPr lang="en-US" sz="2400" dirty="0">
              <a:latin typeface="Arial" panose="020B0604020202020204" pitchFamily="34" charset="0"/>
              <a:cs typeface="Arial" panose="020B0604020202020204" pitchFamily="34" charset="0"/>
            </a:endParaRPr>
          </a:p>
          <a:p>
            <a:pPr marL="457200" indent="-457200">
              <a:buAutoNum type="arabicPeriod" startAt="4"/>
            </a:pPr>
            <a:r>
              <a:rPr lang="en-US" sz="2400" b="1" u="sng" dirty="0">
                <a:latin typeface="Arial" panose="020B0604020202020204" pitchFamily="34" charset="0"/>
                <a:cs typeface="Arial" panose="020B0604020202020204" pitchFamily="34" charset="0"/>
              </a:rPr>
              <a:t>Predictive Progression Modeling: </a:t>
            </a:r>
            <a:r>
              <a:rPr lang="en-US" sz="2400" dirty="0">
                <a:latin typeface="Arial" panose="020B0604020202020204" pitchFamily="34" charset="0"/>
                <a:cs typeface="Arial" panose="020B0604020202020204" pitchFamily="34" charset="0"/>
              </a:rPr>
              <a:t>Risk Stratification Uses machine learning algorithms to predict the likely trajectory of the disorder—identifying patients at high risk of progressing from simple varicosities to venous ulcers.</a:t>
            </a:r>
          </a:p>
          <a:p>
            <a:pPr marL="457200" indent="-457200">
              <a:buAutoNum type="arabicPeriod" startAt="4"/>
            </a:pPr>
            <a:endParaRPr lang="en-US" sz="2400" dirty="0">
              <a:latin typeface="Arial" panose="020B0604020202020204" pitchFamily="34" charset="0"/>
              <a:cs typeface="Arial" panose="020B0604020202020204" pitchFamily="34" charset="0"/>
            </a:endParaRPr>
          </a:p>
          <a:p>
            <a:r>
              <a:rPr lang="en-US" sz="2400" b="1" dirty="0">
                <a:latin typeface="Arial" panose="020B0604020202020204" pitchFamily="34" charset="0"/>
                <a:cs typeface="Arial" panose="020B0604020202020204" pitchFamily="34" charset="0"/>
              </a:rPr>
              <a:t>5.  </a:t>
            </a:r>
            <a:r>
              <a:rPr lang="en-US" sz="2400" b="1" u="sng" dirty="0">
                <a:latin typeface="Arial" panose="020B0604020202020204" pitchFamily="34" charset="0"/>
                <a:cs typeface="Arial" panose="020B0604020202020204" pitchFamily="34" charset="0"/>
              </a:rPr>
              <a:t>Explainable AI (XAI) Integration: </a:t>
            </a:r>
            <a:r>
              <a:rPr lang="en-US" sz="2400" dirty="0">
                <a:latin typeface="Arial" panose="020B0604020202020204" pitchFamily="34" charset="0"/>
                <a:cs typeface="Arial" panose="020B0604020202020204" pitchFamily="34" charset="0"/>
              </a:rPr>
              <a:t>The "Black Box" Solution incorporates layers like SHAP or LIME to</a:t>
            </a:r>
          </a:p>
          <a:p>
            <a:r>
              <a:rPr lang="en-US" sz="2400" dirty="0">
                <a:latin typeface="Arial" panose="020B0604020202020204" pitchFamily="34" charset="0"/>
                <a:cs typeface="Arial" panose="020B0604020202020204" pitchFamily="34" charset="0"/>
              </a:rPr>
              <a:t>     explain why the model made a specific prediction.</a:t>
            </a:r>
          </a:p>
          <a:p>
            <a:endParaRPr lang="en-US" sz="2400" dirty="0">
              <a:latin typeface="Arial" panose="020B0604020202020204" pitchFamily="34" charset="0"/>
              <a:cs typeface="Arial" panose="020B0604020202020204" pitchFamily="34" charset="0"/>
            </a:endParaRPr>
          </a:p>
          <a:p>
            <a:pPr marL="457200" indent="-457200">
              <a:buAutoNum type="arabicPeriod" startAt="6"/>
            </a:pPr>
            <a:r>
              <a:rPr lang="en-US" sz="2400" b="1" u="sng" dirty="0">
                <a:latin typeface="Arial" panose="020B0604020202020204" pitchFamily="34" charset="0"/>
                <a:cs typeface="Arial" panose="020B0604020202020204" pitchFamily="34" charset="0"/>
              </a:rPr>
              <a:t>Visualization &amp; Deployment:</a:t>
            </a: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Actionable Interface Translates complex mathematical outputs into</a:t>
            </a:r>
          </a:p>
          <a:p>
            <a:r>
              <a:rPr lang="en-US" sz="2400" dirty="0">
                <a:latin typeface="Arial" panose="020B0604020202020204" pitchFamily="34" charset="0"/>
                <a:cs typeface="Arial" panose="020B0604020202020204" pitchFamily="34" charset="0"/>
              </a:rPr>
              <a:t>     intuitive dashboards for surgeons and patients.</a:t>
            </a:r>
          </a:p>
          <a:p>
            <a:endParaRPr lang="en-US" sz="2400" dirty="0">
              <a:latin typeface="Arial" panose="020B0604020202020204" pitchFamily="34" charset="0"/>
              <a:cs typeface="Arial" panose="020B0604020202020204" pitchFamily="34" charset="0"/>
            </a:endParaRPr>
          </a:p>
          <a:p>
            <a:pPr marL="457200" indent="-457200">
              <a:buFont typeface="+mj-lt"/>
              <a:buAutoNum type="arabicPeriod"/>
            </a:pPr>
            <a:endParaRPr lang="en-US" sz="2400" dirty="0">
              <a:latin typeface="Arial" panose="020B0604020202020204" pitchFamily="34" charset="0"/>
              <a:cs typeface="Arial" panose="020B0604020202020204" pitchFamily="34" charset="0"/>
            </a:endParaRPr>
          </a:p>
        </p:txBody>
      </p:sp>
      <p:sp>
        <p:nvSpPr>
          <p:cNvPr id="2" name="Google Shape;583;p16">
            <a:extLst>
              <a:ext uri="{FF2B5EF4-FFF2-40B4-BE49-F238E27FC236}">
                <a16:creationId xmlns:a16="http://schemas.microsoft.com/office/drawing/2014/main" id="{636CB8CD-33BD-BFA3-A345-C77E68682A6D}"/>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 08                DEPARTMENT OF ARTIFICIAL INTELLIGENCE AND DATA SCIENCE</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646"/>
        <p:cNvGrpSpPr/>
        <p:nvPr/>
      </p:nvGrpSpPr>
      <p:grpSpPr>
        <a:xfrm>
          <a:off x="0" y="0"/>
          <a:ext cx="0" cy="0"/>
          <a:chOff x="0" y="0"/>
          <a:chExt cx="0" cy="0"/>
        </a:xfrm>
      </p:grpSpPr>
      <p:sp>
        <p:nvSpPr>
          <p:cNvPr id="647" name="Google Shape;647;p23"/>
          <p:cNvSpPr txBox="1"/>
          <p:nvPr/>
        </p:nvSpPr>
        <p:spPr>
          <a:xfrm>
            <a:off x="1752599" y="342900"/>
            <a:ext cx="14198601" cy="678000"/>
          </a:xfrm>
          <a:prstGeom prst="rect">
            <a:avLst/>
          </a:prstGeom>
          <a:noFill/>
          <a:ln>
            <a:noFill/>
          </a:ln>
        </p:spPr>
        <p:txBody>
          <a:bodyPr spcFirstLastPara="1" wrap="square" lIns="0" tIns="0" rIns="0" bIns="0" anchor="t" anchorCtr="0">
            <a:spAutoFit/>
          </a:bodyPr>
          <a:lstStyle/>
          <a:p>
            <a:pPr marR="0" lvl="0" algn="ctr" rtl="0">
              <a:lnSpc>
                <a:spcPct val="100000"/>
              </a:lnSpc>
              <a:spcBef>
                <a:spcPts val="0"/>
              </a:spcBef>
              <a:spcAft>
                <a:spcPts val="0"/>
              </a:spcAft>
              <a:buClr>
                <a:schemeClr val="dk1"/>
              </a:buClr>
              <a:buSzPts val="4400"/>
            </a:pPr>
            <a:r>
              <a:rPr lang="en-US" sz="4400" b="1" i="0" u="none" dirty="0">
                <a:solidFill>
                  <a:schemeClr val="dk1"/>
                </a:solidFill>
                <a:latin typeface="Arial"/>
                <a:ea typeface="Arial"/>
                <a:cs typeface="Arial"/>
                <a:sym typeface="Arial"/>
              </a:rPr>
              <a:t>Methodology / Architecture</a:t>
            </a:r>
            <a:endParaRPr dirty="0"/>
          </a:p>
        </p:txBody>
      </p:sp>
      <p:sp>
        <p:nvSpPr>
          <p:cNvPr id="648" name="Google Shape;648;p23"/>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649" name="Google Shape;649;p23"/>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8</a:t>
            </a:fld>
            <a:endParaRPr/>
          </a:p>
        </p:txBody>
      </p:sp>
      <p:sp>
        <p:nvSpPr>
          <p:cNvPr id="651" name="Google Shape;651;p23"/>
          <p:cNvSpPr txBox="1"/>
          <p:nvPr/>
        </p:nvSpPr>
        <p:spPr>
          <a:xfrm>
            <a:off x="1371600" y="1790700"/>
            <a:ext cx="16002000" cy="339576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800"/>
              </a:spcBef>
              <a:spcAft>
                <a:spcPts val="0"/>
              </a:spcAft>
              <a:buNone/>
            </a:pPr>
            <a:endParaRPr lang="en-US" sz="2400" b="0" i="0" u="none" dirty="0">
              <a:solidFill>
                <a:schemeClr val="dk1"/>
              </a:solidFill>
              <a:latin typeface="Arial"/>
              <a:ea typeface="Arial"/>
              <a:cs typeface="Arial"/>
              <a:sym typeface="Arial"/>
            </a:endParaRPr>
          </a:p>
          <a:p>
            <a:pPr marL="0" marR="0" lvl="0" indent="0" algn="l" rtl="0">
              <a:lnSpc>
                <a:spcPct val="100000"/>
              </a:lnSpc>
              <a:spcBef>
                <a:spcPts val="800"/>
              </a:spcBef>
              <a:spcAft>
                <a:spcPts val="0"/>
              </a:spcAft>
              <a:buNone/>
            </a:pPr>
            <a:endParaRPr lang="en-US" sz="2400" dirty="0">
              <a:solidFill>
                <a:schemeClr val="dk1"/>
              </a:solidFill>
            </a:endParaRPr>
          </a:p>
          <a:p>
            <a:pPr marL="0" marR="0" lvl="0" indent="0" algn="l" rtl="0">
              <a:lnSpc>
                <a:spcPct val="100000"/>
              </a:lnSpc>
              <a:spcBef>
                <a:spcPts val="800"/>
              </a:spcBef>
              <a:spcAft>
                <a:spcPts val="0"/>
              </a:spcAft>
              <a:buNone/>
            </a:pPr>
            <a:endParaRPr lang="en-US" sz="2400" b="0" i="0" u="none" dirty="0">
              <a:solidFill>
                <a:schemeClr val="dk1"/>
              </a:solidFill>
              <a:latin typeface="Arial"/>
              <a:ea typeface="Arial"/>
              <a:cs typeface="Arial"/>
              <a:sym typeface="Arial"/>
            </a:endParaRPr>
          </a:p>
          <a:p>
            <a:pPr marL="0" marR="0" lvl="0" indent="0" algn="l" rtl="0">
              <a:lnSpc>
                <a:spcPct val="100000"/>
              </a:lnSpc>
              <a:spcBef>
                <a:spcPts val="800"/>
              </a:spcBef>
              <a:spcAft>
                <a:spcPts val="0"/>
              </a:spcAft>
              <a:buNone/>
            </a:pPr>
            <a:endParaRPr lang="en-US" sz="2400" dirty="0">
              <a:solidFill>
                <a:schemeClr val="dk1"/>
              </a:solidFill>
            </a:endParaRPr>
          </a:p>
          <a:p>
            <a:pPr marL="0" marR="0" lvl="0" indent="0" algn="l" rtl="0">
              <a:lnSpc>
                <a:spcPct val="100000"/>
              </a:lnSpc>
              <a:spcBef>
                <a:spcPts val="800"/>
              </a:spcBef>
              <a:spcAft>
                <a:spcPts val="0"/>
              </a:spcAft>
              <a:buNone/>
            </a:pPr>
            <a:endParaRPr lang="en-US" sz="2400" b="0" i="0" u="none" dirty="0">
              <a:solidFill>
                <a:schemeClr val="dk1"/>
              </a:solidFill>
              <a:latin typeface="Arial"/>
              <a:ea typeface="Arial"/>
              <a:cs typeface="Arial"/>
              <a:sym typeface="Arial"/>
            </a:endParaRPr>
          </a:p>
          <a:p>
            <a:pPr marL="0" marR="0" lvl="0" indent="0" algn="l" rtl="0">
              <a:lnSpc>
                <a:spcPct val="100000"/>
              </a:lnSpc>
              <a:spcBef>
                <a:spcPts val="800"/>
              </a:spcBef>
              <a:spcAft>
                <a:spcPts val="0"/>
              </a:spcAft>
              <a:buNone/>
            </a:pPr>
            <a:endParaRPr lang="en-US" sz="2400" dirty="0">
              <a:solidFill>
                <a:schemeClr val="dk1"/>
              </a:solidFill>
            </a:endParaRPr>
          </a:p>
          <a:p>
            <a:pPr marL="0" marR="0" lvl="0" indent="0" algn="l" rtl="0">
              <a:lnSpc>
                <a:spcPct val="100000"/>
              </a:lnSpc>
              <a:spcBef>
                <a:spcPts val="800"/>
              </a:spcBef>
              <a:spcAft>
                <a:spcPts val="0"/>
              </a:spcAft>
              <a:buNone/>
            </a:pPr>
            <a:endParaRPr sz="2400" b="0" i="0" u="none" dirty="0">
              <a:solidFill>
                <a:schemeClr val="dk1"/>
              </a:solidFill>
              <a:latin typeface="Arial"/>
              <a:ea typeface="Arial"/>
              <a:cs typeface="Arial"/>
              <a:sym typeface="Arial"/>
            </a:endParaRPr>
          </a:p>
        </p:txBody>
      </p:sp>
      <p:sp>
        <p:nvSpPr>
          <p:cNvPr id="2" name="Google Shape;583;p16">
            <a:extLst>
              <a:ext uri="{FF2B5EF4-FFF2-40B4-BE49-F238E27FC236}">
                <a16:creationId xmlns:a16="http://schemas.microsoft.com/office/drawing/2014/main" id="{9CF59396-3C40-4886-73F0-99EC813F6B13}"/>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 08                DEPARTMENT OF ARTIFICIAL INTELLIGENCE AND DATA SCIENCE</a:t>
            </a:r>
            <a:endParaRPr dirty="0"/>
          </a:p>
        </p:txBody>
      </p:sp>
      <p:pic>
        <p:nvPicPr>
          <p:cNvPr id="4" name="Picture 3">
            <a:extLst>
              <a:ext uri="{FF2B5EF4-FFF2-40B4-BE49-F238E27FC236}">
                <a16:creationId xmlns:a16="http://schemas.microsoft.com/office/drawing/2014/main" id="{8C4F5C3B-F016-3501-48CE-432BE6719E5A}"/>
              </a:ext>
            </a:extLst>
          </p:cNvPr>
          <p:cNvPicPr>
            <a:picLocks noChangeAspect="1"/>
          </p:cNvPicPr>
          <p:nvPr/>
        </p:nvPicPr>
        <p:blipFill>
          <a:blip r:embed="rId3"/>
          <a:stretch>
            <a:fillRect/>
          </a:stretch>
        </p:blipFill>
        <p:spPr>
          <a:xfrm>
            <a:off x="4696691" y="1304925"/>
            <a:ext cx="7716982" cy="806074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655"/>
        <p:cNvGrpSpPr/>
        <p:nvPr/>
      </p:nvGrpSpPr>
      <p:grpSpPr>
        <a:xfrm>
          <a:off x="0" y="0"/>
          <a:ext cx="0" cy="0"/>
          <a:chOff x="0" y="0"/>
          <a:chExt cx="0" cy="0"/>
        </a:xfrm>
      </p:grpSpPr>
      <p:sp>
        <p:nvSpPr>
          <p:cNvPr id="656" name="Google Shape;656;p24"/>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657" name="Google Shape;657;p24"/>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9</a:t>
            </a:fld>
            <a:endParaRPr/>
          </a:p>
        </p:txBody>
      </p:sp>
      <p:sp>
        <p:nvSpPr>
          <p:cNvPr id="659" name="Google Shape;659;p24"/>
          <p:cNvSpPr txBox="1"/>
          <p:nvPr/>
        </p:nvSpPr>
        <p:spPr>
          <a:xfrm>
            <a:off x="1600199" y="1024743"/>
            <a:ext cx="14350999" cy="769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4400"/>
              <a:buFont typeface="Arial"/>
              <a:buNone/>
            </a:pPr>
            <a:r>
              <a:rPr lang="en-US" sz="4400" b="1" i="0" u="none" dirty="0">
                <a:solidFill>
                  <a:schemeClr val="dk1"/>
                </a:solidFill>
                <a:latin typeface="Arial"/>
                <a:ea typeface="Arial"/>
                <a:cs typeface="Arial"/>
                <a:sym typeface="Arial"/>
              </a:rPr>
              <a:t>Algorithm with Description</a:t>
            </a:r>
            <a:endParaRPr dirty="0"/>
          </a:p>
        </p:txBody>
      </p:sp>
      <p:sp>
        <p:nvSpPr>
          <p:cNvPr id="2" name="Google Shape;583;p16">
            <a:extLst>
              <a:ext uri="{FF2B5EF4-FFF2-40B4-BE49-F238E27FC236}">
                <a16:creationId xmlns:a16="http://schemas.microsoft.com/office/drawing/2014/main" id="{3B062B19-A372-54B1-F427-1CCDF5A29B9A}"/>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 08                DEPARTMENT OF ARTIFICIAL INTELLIGENCE AND DATA SCIENCE</a:t>
            </a:r>
            <a:endParaRPr dirty="0"/>
          </a:p>
        </p:txBody>
      </p:sp>
      <p:sp>
        <p:nvSpPr>
          <p:cNvPr id="8" name="TextBox 7">
            <a:extLst>
              <a:ext uri="{FF2B5EF4-FFF2-40B4-BE49-F238E27FC236}">
                <a16:creationId xmlns:a16="http://schemas.microsoft.com/office/drawing/2014/main" id="{AE80AEBA-BB60-3F72-535B-FB8D82107534}"/>
              </a:ext>
            </a:extLst>
          </p:cNvPr>
          <p:cNvSpPr txBox="1"/>
          <p:nvPr/>
        </p:nvSpPr>
        <p:spPr>
          <a:xfrm>
            <a:off x="1600200" y="2384368"/>
            <a:ext cx="14351000" cy="6740307"/>
          </a:xfrm>
          <a:prstGeom prst="rect">
            <a:avLst/>
          </a:prstGeom>
          <a:noFill/>
        </p:spPr>
        <p:txBody>
          <a:bodyPr wrap="square">
            <a:spAutoFit/>
          </a:bodyPr>
          <a:lstStyle/>
          <a:p>
            <a:pPr>
              <a:buNone/>
            </a:pPr>
            <a:r>
              <a:rPr lang="en-US" sz="2400" dirty="0"/>
              <a:t>The proposed system uses a hybrid deep learning approach combining CNN and LSTM for early diagnosis and progression prediction of varicose vein disorders.</a:t>
            </a:r>
          </a:p>
          <a:p>
            <a:pPr>
              <a:buNone/>
            </a:pPr>
            <a:endParaRPr lang="en-US" sz="2400" dirty="0"/>
          </a:p>
          <a:p>
            <a:pPr marL="457200" indent="-457200">
              <a:buFont typeface="+mj-lt"/>
              <a:buAutoNum type="arabicPeriod"/>
            </a:pPr>
            <a:r>
              <a:rPr lang="en-US" sz="2400" b="1" dirty="0"/>
              <a:t>Input:</a:t>
            </a:r>
            <a:r>
              <a:rPr lang="en-US" sz="2400" dirty="0"/>
              <a:t> Ultrasound images, clinical data (age, BMI), and wearable data (activity, posture) </a:t>
            </a:r>
          </a:p>
          <a:p>
            <a:pPr marL="457200" indent="-457200">
              <a:buFont typeface="+mj-lt"/>
              <a:buAutoNum type="arabicPeriod"/>
            </a:pPr>
            <a:endParaRPr lang="en-US" sz="2400" b="1" dirty="0"/>
          </a:p>
          <a:p>
            <a:pPr marL="457200" indent="-457200">
              <a:buFont typeface="+mj-lt"/>
              <a:buAutoNum type="arabicPeriod"/>
            </a:pPr>
            <a:r>
              <a:rPr lang="en-US" sz="2400" b="1" dirty="0"/>
              <a:t>Preprocessing:</a:t>
            </a:r>
            <a:r>
              <a:rPr lang="en-US" sz="2400" dirty="0"/>
              <a:t> Noise removal, normalization, and image resizing </a:t>
            </a:r>
          </a:p>
          <a:p>
            <a:pPr marL="457200" indent="-457200">
              <a:buFont typeface="+mj-lt"/>
              <a:buAutoNum type="arabicPeriod"/>
            </a:pPr>
            <a:endParaRPr lang="en-US" sz="2400" b="1" dirty="0"/>
          </a:p>
          <a:p>
            <a:pPr marL="457200" indent="-457200">
              <a:buFont typeface="+mj-lt"/>
              <a:buAutoNum type="arabicPeriod"/>
            </a:pPr>
            <a:r>
              <a:rPr lang="en-US" sz="2400" b="1" dirty="0"/>
              <a:t>Feature Extraction:</a:t>
            </a:r>
            <a:r>
              <a:rPr lang="en-US" sz="2400" dirty="0"/>
              <a:t> CNN extracts key features like vein diameter and abnormalities </a:t>
            </a:r>
          </a:p>
          <a:p>
            <a:pPr marL="457200" indent="-457200">
              <a:buFont typeface="+mj-lt"/>
              <a:buAutoNum type="arabicPeriod"/>
            </a:pPr>
            <a:endParaRPr lang="en-US" sz="2400" b="1" dirty="0"/>
          </a:p>
          <a:p>
            <a:pPr marL="457200" indent="-457200">
              <a:buFont typeface="+mj-lt"/>
              <a:buAutoNum type="arabicPeriod"/>
            </a:pPr>
            <a:r>
              <a:rPr lang="en-US" sz="2400" b="1" dirty="0"/>
              <a:t>Data Fusion:</a:t>
            </a:r>
            <a:r>
              <a:rPr lang="en-US" sz="2400" dirty="0"/>
              <a:t> Combines image, clinical, and wearable features into a single vector </a:t>
            </a:r>
          </a:p>
          <a:p>
            <a:pPr marL="457200" indent="-457200">
              <a:buFont typeface="+mj-lt"/>
              <a:buAutoNum type="arabicPeriod"/>
            </a:pPr>
            <a:endParaRPr lang="en-US" sz="2400" b="1" dirty="0"/>
          </a:p>
          <a:p>
            <a:pPr marL="457200" indent="-457200">
              <a:buFont typeface="+mj-lt"/>
              <a:buAutoNum type="arabicPeriod"/>
            </a:pPr>
            <a:r>
              <a:rPr lang="en-US" sz="2400" b="1" dirty="0"/>
              <a:t>Temporal Modeling:</a:t>
            </a:r>
            <a:r>
              <a:rPr lang="en-US" sz="2400" dirty="0"/>
              <a:t> LSTM analyzes sequential data to capture disease progression patterns</a:t>
            </a:r>
          </a:p>
          <a:p>
            <a:pPr marL="457200" indent="-457200">
              <a:buFont typeface="+mj-lt"/>
              <a:buAutoNum type="arabicPeriod"/>
            </a:pPr>
            <a:endParaRPr lang="en-US" sz="2400" b="1" dirty="0"/>
          </a:p>
          <a:p>
            <a:pPr marL="457200" indent="-457200">
              <a:buFont typeface="+mj-lt"/>
              <a:buAutoNum type="arabicPeriod"/>
            </a:pPr>
            <a:r>
              <a:rPr lang="en-US" sz="2400" b="1" dirty="0"/>
              <a:t>Prediction:</a:t>
            </a:r>
            <a:r>
              <a:rPr lang="en-US" sz="2400" dirty="0"/>
              <a:t> Classifies patients into stable, moderate, or high-risk categories </a:t>
            </a:r>
          </a:p>
          <a:p>
            <a:pPr marL="457200" indent="-457200">
              <a:buFont typeface="+mj-lt"/>
              <a:buAutoNum type="arabicPeriod"/>
            </a:pPr>
            <a:endParaRPr lang="en-US" sz="2400" b="1" dirty="0"/>
          </a:p>
          <a:p>
            <a:pPr marL="457200" indent="-457200">
              <a:buFont typeface="+mj-lt"/>
              <a:buAutoNum type="arabicPeriod"/>
            </a:pPr>
            <a:r>
              <a:rPr lang="en-US" sz="2400" b="1" dirty="0"/>
              <a:t>Explainability:</a:t>
            </a:r>
            <a:r>
              <a:rPr lang="en-US" sz="2400" dirty="0"/>
              <a:t> SHAP and LIME identify important features influencing predictions </a:t>
            </a:r>
          </a:p>
          <a:p>
            <a:pPr marL="457200" indent="-457200">
              <a:buFont typeface="+mj-lt"/>
              <a:buAutoNum type="arabicPeriod"/>
            </a:pPr>
            <a:endParaRPr lang="en-US" sz="2400" b="1" dirty="0"/>
          </a:p>
          <a:p>
            <a:pPr marL="457200" indent="-457200">
              <a:buFont typeface="+mj-lt"/>
              <a:buAutoNum type="arabicPeriod"/>
            </a:pPr>
            <a:r>
              <a:rPr lang="en-US" sz="2400" b="1" dirty="0"/>
              <a:t>Output:</a:t>
            </a:r>
            <a:r>
              <a:rPr lang="en-US" sz="2400" dirty="0"/>
              <a:t> Displays risk level, progression trends, and visual insights in the dashboard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674"/>
        <p:cNvGrpSpPr/>
        <p:nvPr/>
      </p:nvGrpSpPr>
      <p:grpSpPr>
        <a:xfrm>
          <a:off x="0" y="0"/>
          <a:ext cx="0" cy="0"/>
          <a:chOff x="0" y="0"/>
          <a:chExt cx="0" cy="0"/>
        </a:xfrm>
      </p:grpSpPr>
      <p:sp>
        <p:nvSpPr>
          <p:cNvPr id="675" name="Google Shape;675;p26"/>
          <p:cNvSpPr txBox="1"/>
          <p:nvPr/>
        </p:nvSpPr>
        <p:spPr>
          <a:xfrm>
            <a:off x="1295399" y="1257300"/>
            <a:ext cx="14332527" cy="7365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4800"/>
              <a:buFont typeface="Arial"/>
              <a:buNone/>
            </a:pPr>
            <a:r>
              <a:rPr lang="en-US" sz="4800" b="1" i="0" u="none">
                <a:solidFill>
                  <a:schemeClr val="dk1"/>
                </a:solidFill>
                <a:latin typeface="Arial"/>
                <a:ea typeface="Arial"/>
                <a:cs typeface="Arial"/>
                <a:sym typeface="Arial"/>
              </a:rPr>
              <a:t>Implementation</a:t>
            </a:r>
            <a:endParaRPr/>
          </a:p>
        </p:txBody>
      </p:sp>
      <p:grpSp>
        <p:nvGrpSpPr>
          <p:cNvPr id="676" name="Google Shape;676;p26"/>
          <p:cNvGrpSpPr/>
          <p:nvPr/>
        </p:nvGrpSpPr>
        <p:grpSpPr>
          <a:xfrm>
            <a:off x="14700250" y="7073900"/>
            <a:ext cx="5946770" cy="5946770"/>
            <a:chOff x="0" y="0"/>
            <a:chExt cx="812800" cy="812800"/>
          </a:xfrm>
        </p:grpSpPr>
        <p:sp>
          <p:nvSpPr>
            <p:cNvPr id="677" name="Google Shape;677;p2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678" name="Google Shape;678;p26"/>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sp>
        <p:nvSpPr>
          <p:cNvPr id="679" name="Google Shape;679;p26"/>
          <p:cNvSpPr txBox="1"/>
          <p:nvPr/>
        </p:nvSpPr>
        <p:spPr>
          <a:xfrm>
            <a:off x="5999162" y="5643562"/>
            <a:ext cx="2662200" cy="2367000"/>
          </a:xfrm>
          <a:prstGeom prst="rect">
            <a:avLst/>
          </a:prstGeom>
          <a:noFill/>
          <a:ln>
            <a:noFill/>
          </a:ln>
        </p:spPr>
        <p:txBody>
          <a:bodyPr spcFirstLastPara="1" wrap="square" lIns="0" tIns="0" rIns="0" bIns="0" anchor="t" anchorCtr="0">
            <a:spAutoFit/>
          </a:bodyPr>
          <a:lstStyle/>
          <a:p>
            <a:pPr marL="0" marR="0" lvl="0" indent="0" algn="ctr" rtl="0">
              <a:lnSpc>
                <a:spcPct val="143750"/>
              </a:lnSpc>
              <a:spcBef>
                <a:spcPts val="0"/>
              </a:spcBef>
              <a:spcAft>
                <a:spcPts val="0"/>
              </a:spcAft>
              <a:buClr>
                <a:srgbClr val="FDFDFD"/>
              </a:buClr>
              <a:buSzPts val="1600"/>
              <a:buFont typeface="Poppins"/>
              <a:buNone/>
            </a:pPr>
            <a:r>
              <a:rPr lang="en-US" sz="1600" b="0" i="0" u="none">
                <a:solidFill>
                  <a:srgbClr val="FDFDFD"/>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endParaRPr/>
          </a:p>
        </p:txBody>
      </p:sp>
      <p:sp>
        <p:nvSpPr>
          <p:cNvPr id="680" name="Google Shape;680;p26"/>
          <p:cNvSpPr txBox="1"/>
          <p:nvPr/>
        </p:nvSpPr>
        <p:spPr>
          <a:xfrm>
            <a:off x="9690100" y="5643562"/>
            <a:ext cx="2660700" cy="2367000"/>
          </a:xfrm>
          <a:prstGeom prst="rect">
            <a:avLst/>
          </a:prstGeom>
          <a:noFill/>
          <a:ln>
            <a:noFill/>
          </a:ln>
        </p:spPr>
        <p:txBody>
          <a:bodyPr spcFirstLastPara="1" wrap="square" lIns="0" tIns="0" rIns="0" bIns="0" anchor="t" anchorCtr="0">
            <a:spAutoFit/>
          </a:bodyPr>
          <a:lstStyle/>
          <a:p>
            <a:pPr marL="0" marR="0" lvl="0" indent="0" algn="ctr" rtl="0">
              <a:lnSpc>
                <a:spcPct val="143750"/>
              </a:lnSpc>
              <a:spcBef>
                <a:spcPts val="0"/>
              </a:spcBef>
              <a:spcAft>
                <a:spcPts val="0"/>
              </a:spcAft>
              <a:buClr>
                <a:srgbClr val="FDFDFD"/>
              </a:buClr>
              <a:buSzPts val="1600"/>
              <a:buFont typeface="Poppins"/>
              <a:buNone/>
            </a:pPr>
            <a:r>
              <a:rPr lang="en-US" sz="1600" b="0" i="0" u="none">
                <a:solidFill>
                  <a:srgbClr val="FDFDFD"/>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endParaRPr/>
          </a:p>
        </p:txBody>
      </p:sp>
      <p:sp>
        <p:nvSpPr>
          <p:cNvPr id="681" name="Google Shape;681;p26"/>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682" name="Google Shape;682;p26"/>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10</a:t>
            </a:fld>
            <a:endParaRPr/>
          </a:p>
        </p:txBody>
      </p:sp>
      <p:sp>
        <p:nvSpPr>
          <p:cNvPr id="684" name="Google Shape;684;p26"/>
          <p:cNvSpPr txBox="1"/>
          <p:nvPr/>
        </p:nvSpPr>
        <p:spPr>
          <a:xfrm>
            <a:off x="1295400" y="2400300"/>
            <a:ext cx="14831291" cy="6370934"/>
          </a:xfrm>
          <a:prstGeom prst="rect">
            <a:avLst/>
          </a:prstGeom>
          <a:noFill/>
          <a:ln>
            <a:noFill/>
          </a:ln>
        </p:spPr>
        <p:txBody>
          <a:bodyPr spcFirstLastPara="1" wrap="square" lIns="91425" tIns="45700" rIns="91425" bIns="45700" anchor="t" anchorCtr="0">
            <a:spAutoFit/>
          </a:bodyPr>
          <a:lstStyle/>
          <a:p>
            <a:r>
              <a:rPr lang="en-US" sz="2400" dirty="0"/>
              <a:t>The proposed system was implemented using a real-world dataset consisting of 1,200 patients and 7,500 ultrasound images with diverse clinical profiles.</a:t>
            </a:r>
          </a:p>
          <a:p>
            <a:endParaRPr lang="en-US" sz="2400" dirty="0"/>
          </a:p>
          <a:p>
            <a:pPr marL="457200" indent="-457200">
              <a:buFont typeface="+mj-lt"/>
              <a:buAutoNum type="arabicPeriod"/>
            </a:pPr>
            <a:r>
              <a:rPr lang="en-US" sz="2400" b="1" dirty="0"/>
              <a:t>Data Split:</a:t>
            </a:r>
            <a:r>
              <a:rPr lang="en-US" sz="2400" dirty="0"/>
              <a:t> 70% training, 15% validation, 15% testing </a:t>
            </a:r>
          </a:p>
          <a:p>
            <a:pPr marL="457200" indent="-457200">
              <a:buFont typeface="+mj-lt"/>
              <a:buAutoNum type="arabicPeriod"/>
            </a:pPr>
            <a:endParaRPr lang="en-US" sz="2400" dirty="0"/>
          </a:p>
          <a:p>
            <a:pPr marL="457200" indent="-457200">
              <a:buFont typeface="+mj-lt"/>
              <a:buAutoNum type="arabicPeriod"/>
            </a:pPr>
            <a:r>
              <a:rPr lang="en-US" sz="2400" b="1" dirty="0"/>
              <a:t>Preprocessing:</a:t>
            </a:r>
            <a:r>
              <a:rPr lang="en-US" sz="2400" dirty="0"/>
              <a:t> Image resizing (224×224), noise removal, and data normalization </a:t>
            </a:r>
          </a:p>
          <a:p>
            <a:pPr marL="457200" indent="-457200">
              <a:buFont typeface="+mj-lt"/>
              <a:buAutoNum type="arabicPeriod"/>
            </a:pPr>
            <a:endParaRPr lang="en-US" sz="2400" dirty="0"/>
          </a:p>
          <a:p>
            <a:pPr marL="457200" indent="-457200">
              <a:buFont typeface="+mj-lt"/>
              <a:buAutoNum type="arabicPeriod"/>
            </a:pPr>
            <a:r>
              <a:rPr lang="en-US" sz="2400" b="1" dirty="0"/>
              <a:t>Model Used:</a:t>
            </a:r>
            <a:r>
              <a:rPr lang="en-US" sz="2400" dirty="0"/>
              <a:t> CNN (</a:t>
            </a:r>
            <a:r>
              <a:rPr lang="en-US" sz="2400" dirty="0" err="1"/>
              <a:t>ResNet</a:t>
            </a:r>
            <a:r>
              <a:rPr lang="en-US" sz="2400" dirty="0"/>
              <a:t>/U-Net) for image analysis and LSTM for progression prediction </a:t>
            </a:r>
          </a:p>
          <a:p>
            <a:pPr marL="457200" indent="-457200">
              <a:buFont typeface="+mj-lt"/>
              <a:buAutoNum type="arabicPeriod"/>
            </a:pPr>
            <a:endParaRPr lang="en-US" sz="2400" dirty="0"/>
          </a:p>
          <a:p>
            <a:pPr marL="457200" indent="-457200">
              <a:buFont typeface="+mj-lt"/>
              <a:buAutoNum type="arabicPeriod"/>
            </a:pPr>
            <a:r>
              <a:rPr lang="en-US" sz="2400" b="1" dirty="0"/>
              <a:t>Training:</a:t>
            </a:r>
            <a:r>
              <a:rPr lang="en-US" sz="2400" dirty="0"/>
              <a:t> Adam optimizer with learning rate 0.0001 and early stopping to avoid overfitting </a:t>
            </a:r>
          </a:p>
          <a:p>
            <a:pPr marL="457200" indent="-457200">
              <a:buFont typeface="+mj-lt"/>
              <a:buAutoNum type="arabicPeriod"/>
            </a:pPr>
            <a:endParaRPr lang="en-US" sz="2400" b="1" dirty="0"/>
          </a:p>
          <a:p>
            <a:pPr marL="457200" indent="-457200">
              <a:buFont typeface="+mj-lt"/>
              <a:buAutoNum type="arabicPeriod"/>
            </a:pPr>
            <a:r>
              <a:rPr lang="en-US" sz="2400" b="1" dirty="0"/>
              <a:t>Hardware:</a:t>
            </a:r>
            <a:r>
              <a:rPr lang="en-US" sz="2400" dirty="0"/>
              <a:t> Intel i9 processor, 32GB RAM, NVIDIA RTX 4090 GPU </a:t>
            </a:r>
          </a:p>
          <a:p>
            <a:pPr marL="457200" indent="-457200">
              <a:buFont typeface="+mj-lt"/>
              <a:buAutoNum type="arabicPeriod"/>
            </a:pPr>
            <a:endParaRPr lang="en-US" sz="2400" dirty="0"/>
          </a:p>
          <a:p>
            <a:pPr marL="457200" indent="-457200">
              <a:buFont typeface="+mj-lt"/>
              <a:buAutoNum type="arabicPeriod"/>
            </a:pPr>
            <a:r>
              <a:rPr lang="en-US" sz="2400" b="1" dirty="0"/>
              <a:t>Integration:</a:t>
            </a:r>
            <a:r>
              <a:rPr lang="en-US" sz="2400" dirty="0"/>
              <a:t> Combined imaging, clinical, and wearable data into a unified model </a:t>
            </a:r>
          </a:p>
          <a:p>
            <a:pPr marL="457200" indent="-457200">
              <a:buFont typeface="+mj-lt"/>
              <a:buAutoNum type="arabicPeriod"/>
            </a:pPr>
            <a:endParaRPr lang="en-US" sz="2400" dirty="0"/>
          </a:p>
          <a:p>
            <a:pPr marL="457200" indent="-457200">
              <a:buFont typeface="+mj-lt"/>
              <a:buAutoNum type="arabicPeriod"/>
            </a:pPr>
            <a:r>
              <a:rPr lang="en-US" sz="2400" b="1" dirty="0"/>
              <a:t>Deployment:</a:t>
            </a:r>
            <a:r>
              <a:rPr lang="en-US" sz="2400" dirty="0"/>
              <a:t> Cloud-based system integrated with hospital EHR and wearable devices for real-time monitoring</a:t>
            </a:r>
          </a:p>
        </p:txBody>
      </p:sp>
      <p:sp>
        <p:nvSpPr>
          <p:cNvPr id="2" name="Google Shape;583;p16">
            <a:extLst>
              <a:ext uri="{FF2B5EF4-FFF2-40B4-BE49-F238E27FC236}">
                <a16:creationId xmlns:a16="http://schemas.microsoft.com/office/drawing/2014/main" id="{12505120-CEA7-E26D-11AE-84ADF74BCE83}"/>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  08               DEPARTMENT OF ARTIFICIAL INTELLIGENCE AND DATA SCIENCE</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688"/>
        <p:cNvGrpSpPr/>
        <p:nvPr/>
      </p:nvGrpSpPr>
      <p:grpSpPr>
        <a:xfrm>
          <a:off x="0" y="0"/>
          <a:ext cx="0" cy="0"/>
          <a:chOff x="0" y="0"/>
          <a:chExt cx="0" cy="0"/>
        </a:xfrm>
      </p:grpSpPr>
      <p:sp>
        <p:nvSpPr>
          <p:cNvPr id="689" name="Google Shape;689;p27"/>
          <p:cNvSpPr txBox="1"/>
          <p:nvPr/>
        </p:nvSpPr>
        <p:spPr>
          <a:xfrm>
            <a:off x="1295400" y="788599"/>
            <a:ext cx="14893636" cy="967637"/>
          </a:xfrm>
          <a:prstGeom prst="rect">
            <a:avLst/>
          </a:prstGeom>
          <a:noFill/>
          <a:ln>
            <a:noFill/>
          </a:ln>
        </p:spPr>
        <p:txBody>
          <a:bodyPr spcFirstLastPara="1" wrap="square" lIns="0" tIns="0" rIns="0" bIns="0" anchor="t" anchorCtr="0">
            <a:spAutoFit/>
          </a:bodyPr>
          <a:lstStyle/>
          <a:p>
            <a:pPr marL="0" marR="0" lvl="0" indent="0" algn="ctr" rtl="0">
              <a:lnSpc>
                <a:spcPct val="131250"/>
              </a:lnSpc>
              <a:spcBef>
                <a:spcPts val="0"/>
              </a:spcBef>
              <a:spcAft>
                <a:spcPts val="0"/>
              </a:spcAft>
              <a:buClr>
                <a:srgbClr val="051D40"/>
              </a:buClr>
              <a:buSzPts val="4800"/>
              <a:buFont typeface="Arial"/>
              <a:buNone/>
            </a:pPr>
            <a:r>
              <a:rPr lang="en-US" sz="4800" b="1" i="0" u="none" dirty="0">
                <a:solidFill>
                  <a:srgbClr val="051D40"/>
                </a:solidFill>
                <a:latin typeface="Arial"/>
                <a:ea typeface="Arial"/>
                <a:cs typeface="Arial"/>
                <a:sym typeface="Arial"/>
              </a:rPr>
              <a:t>Testing &amp; Validation</a:t>
            </a:r>
            <a:endParaRPr dirty="0"/>
          </a:p>
        </p:txBody>
      </p:sp>
      <p:grpSp>
        <p:nvGrpSpPr>
          <p:cNvPr id="690" name="Google Shape;690;p27"/>
          <p:cNvGrpSpPr/>
          <p:nvPr/>
        </p:nvGrpSpPr>
        <p:grpSpPr>
          <a:xfrm>
            <a:off x="14700250" y="7073900"/>
            <a:ext cx="5946770" cy="5946770"/>
            <a:chOff x="0" y="0"/>
            <a:chExt cx="812800" cy="812800"/>
          </a:xfrm>
        </p:grpSpPr>
        <p:sp>
          <p:nvSpPr>
            <p:cNvPr id="691" name="Google Shape;691;p2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692" name="Google Shape;692;p27"/>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sp>
        <p:nvSpPr>
          <p:cNvPr id="693" name="Google Shape;693;p27"/>
          <p:cNvSpPr txBox="1"/>
          <p:nvPr/>
        </p:nvSpPr>
        <p:spPr>
          <a:xfrm>
            <a:off x="5999162" y="5643562"/>
            <a:ext cx="2662200" cy="2367000"/>
          </a:xfrm>
          <a:prstGeom prst="rect">
            <a:avLst/>
          </a:prstGeom>
          <a:noFill/>
          <a:ln>
            <a:noFill/>
          </a:ln>
        </p:spPr>
        <p:txBody>
          <a:bodyPr spcFirstLastPara="1" wrap="square" lIns="0" tIns="0" rIns="0" bIns="0" anchor="t" anchorCtr="0">
            <a:spAutoFit/>
          </a:bodyPr>
          <a:lstStyle/>
          <a:p>
            <a:pPr marL="0" marR="0" lvl="0" indent="0" algn="ctr" rtl="0">
              <a:lnSpc>
                <a:spcPct val="143750"/>
              </a:lnSpc>
              <a:spcBef>
                <a:spcPts val="0"/>
              </a:spcBef>
              <a:spcAft>
                <a:spcPts val="0"/>
              </a:spcAft>
              <a:buClr>
                <a:srgbClr val="FDFDFD"/>
              </a:buClr>
              <a:buSzPts val="1600"/>
              <a:buFont typeface="Poppins"/>
              <a:buNone/>
            </a:pPr>
            <a:r>
              <a:rPr lang="en-US" sz="1600" b="0" i="0" u="none">
                <a:solidFill>
                  <a:srgbClr val="FDFDFD"/>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endParaRPr/>
          </a:p>
        </p:txBody>
      </p:sp>
      <p:sp>
        <p:nvSpPr>
          <p:cNvPr id="694" name="Google Shape;694;p27"/>
          <p:cNvSpPr txBox="1"/>
          <p:nvPr/>
        </p:nvSpPr>
        <p:spPr>
          <a:xfrm>
            <a:off x="9690100" y="5643562"/>
            <a:ext cx="2660700" cy="2367000"/>
          </a:xfrm>
          <a:prstGeom prst="rect">
            <a:avLst/>
          </a:prstGeom>
          <a:noFill/>
          <a:ln>
            <a:noFill/>
          </a:ln>
        </p:spPr>
        <p:txBody>
          <a:bodyPr spcFirstLastPara="1" wrap="square" lIns="0" tIns="0" rIns="0" bIns="0" anchor="t" anchorCtr="0">
            <a:spAutoFit/>
          </a:bodyPr>
          <a:lstStyle/>
          <a:p>
            <a:pPr marL="0" marR="0" lvl="0" indent="0" algn="ctr" rtl="0">
              <a:lnSpc>
                <a:spcPct val="143750"/>
              </a:lnSpc>
              <a:spcBef>
                <a:spcPts val="0"/>
              </a:spcBef>
              <a:spcAft>
                <a:spcPts val="0"/>
              </a:spcAft>
              <a:buClr>
                <a:srgbClr val="FDFDFD"/>
              </a:buClr>
              <a:buSzPts val="1600"/>
              <a:buFont typeface="Poppins"/>
              <a:buNone/>
            </a:pPr>
            <a:r>
              <a:rPr lang="en-US" sz="1600" b="0" i="0" u="none">
                <a:solidFill>
                  <a:srgbClr val="FDFDFD"/>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endParaRPr/>
          </a:p>
        </p:txBody>
      </p:sp>
      <p:sp>
        <p:nvSpPr>
          <p:cNvPr id="695" name="Google Shape;695;p27"/>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696" name="Google Shape;696;p27"/>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11</a:t>
            </a:fld>
            <a:endParaRPr/>
          </a:p>
        </p:txBody>
      </p:sp>
      <p:sp>
        <p:nvSpPr>
          <p:cNvPr id="698" name="Google Shape;698;p27"/>
          <p:cNvSpPr txBox="1"/>
          <p:nvPr/>
        </p:nvSpPr>
        <p:spPr>
          <a:xfrm>
            <a:off x="1295400" y="2587336"/>
            <a:ext cx="14655800" cy="5632271"/>
          </a:xfrm>
          <a:prstGeom prst="rect">
            <a:avLst/>
          </a:prstGeom>
          <a:noFill/>
          <a:ln>
            <a:noFill/>
          </a:ln>
        </p:spPr>
        <p:txBody>
          <a:bodyPr spcFirstLastPara="1" wrap="square" lIns="91425" tIns="45700" rIns="91425" bIns="45700" anchor="t" anchorCtr="0">
            <a:spAutoFit/>
          </a:bodyPr>
          <a:lstStyle/>
          <a:p>
            <a:r>
              <a:rPr lang="en-US" sz="2400" dirty="0"/>
              <a:t>The proposed model was evaluated using multiple performance metrics to ensure accuracy and reliability.</a:t>
            </a:r>
          </a:p>
          <a:p>
            <a:pPr marL="457200" indent="-457200">
              <a:buFont typeface="+mj-lt"/>
              <a:buAutoNum type="arabicPeriod"/>
            </a:pPr>
            <a:endParaRPr lang="en-US" sz="2400" b="1" dirty="0"/>
          </a:p>
          <a:p>
            <a:pPr marL="457200" indent="-457200">
              <a:buFont typeface="+mj-lt"/>
              <a:buAutoNum type="arabicPeriod"/>
            </a:pPr>
            <a:r>
              <a:rPr lang="en-US" sz="2400" b="1" dirty="0"/>
              <a:t>Evaluation Metrics:</a:t>
            </a:r>
            <a:r>
              <a:rPr lang="en-US" sz="2400" dirty="0"/>
              <a:t> Accuracy, Precision, Recall, F1-Score, and AUC-ROC </a:t>
            </a:r>
          </a:p>
          <a:p>
            <a:pPr marL="457200" indent="-457200">
              <a:buFont typeface="+mj-lt"/>
              <a:buAutoNum type="arabicPeriod"/>
            </a:pPr>
            <a:endParaRPr lang="en-US" sz="2400" b="1" dirty="0"/>
          </a:p>
          <a:p>
            <a:pPr marL="457200" indent="-457200">
              <a:buFont typeface="+mj-lt"/>
              <a:buAutoNum type="arabicPeriod"/>
            </a:pPr>
            <a:r>
              <a:rPr lang="en-US" sz="2400" b="1" dirty="0"/>
              <a:t>Cross-Validation:</a:t>
            </a:r>
            <a:r>
              <a:rPr lang="en-US" sz="2400" dirty="0"/>
              <a:t> 5-fold cross-validation used to ensure model generalization </a:t>
            </a:r>
          </a:p>
          <a:p>
            <a:pPr marL="457200" indent="-457200">
              <a:buFont typeface="+mj-lt"/>
              <a:buAutoNum type="arabicPeriod"/>
            </a:pPr>
            <a:endParaRPr lang="en-US" sz="2400" b="1" dirty="0"/>
          </a:p>
          <a:p>
            <a:pPr marL="457200" indent="-457200">
              <a:buFont typeface="+mj-lt"/>
              <a:buAutoNum type="arabicPeriod"/>
            </a:pPr>
            <a:r>
              <a:rPr lang="en-US" sz="2400" b="1" dirty="0"/>
              <a:t>Dataset Testing:</a:t>
            </a:r>
            <a:r>
              <a:rPr lang="en-US" sz="2400" dirty="0"/>
              <a:t> Separate testing dataset (15%) used for unbiased evaluation </a:t>
            </a:r>
          </a:p>
          <a:p>
            <a:pPr marL="457200" indent="-457200">
              <a:buFont typeface="+mj-lt"/>
              <a:buAutoNum type="arabicPeriod"/>
            </a:pPr>
            <a:endParaRPr lang="en-US" sz="2400" b="1" dirty="0"/>
          </a:p>
          <a:p>
            <a:pPr marL="457200" indent="-457200">
              <a:buFont typeface="+mj-lt"/>
              <a:buAutoNum type="arabicPeriod"/>
            </a:pPr>
            <a:r>
              <a:rPr lang="en-US" sz="2400" b="1" dirty="0"/>
              <a:t>Robustness Testing:</a:t>
            </a:r>
            <a:r>
              <a:rPr lang="en-US" sz="2400" dirty="0"/>
              <a:t> Performance checked using noisy and real-world data variations </a:t>
            </a:r>
          </a:p>
          <a:p>
            <a:pPr marL="457200" indent="-457200">
              <a:buFont typeface="+mj-lt"/>
              <a:buAutoNum type="arabicPeriod"/>
            </a:pPr>
            <a:endParaRPr lang="en-US" sz="2400" b="1" dirty="0"/>
          </a:p>
          <a:p>
            <a:pPr marL="457200" indent="-457200">
              <a:buFont typeface="+mj-lt"/>
              <a:buAutoNum type="arabicPeriod"/>
            </a:pPr>
            <a:r>
              <a:rPr lang="en-US" sz="2400" b="1" dirty="0"/>
              <a:t>Early Diagnosis Performance:</a:t>
            </a:r>
            <a:r>
              <a:rPr lang="en-US" sz="2400" dirty="0"/>
              <a:t> Achieved ~92% accuracy with high recall </a:t>
            </a:r>
          </a:p>
          <a:p>
            <a:pPr marL="457200" indent="-457200">
              <a:buFont typeface="+mj-lt"/>
              <a:buAutoNum type="arabicPeriod"/>
            </a:pPr>
            <a:endParaRPr lang="en-US" sz="2400" b="1" dirty="0"/>
          </a:p>
          <a:p>
            <a:pPr marL="457200" indent="-457200">
              <a:buFont typeface="+mj-lt"/>
              <a:buAutoNum type="arabicPeriod"/>
            </a:pPr>
            <a:r>
              <a:rPr lang="en-US" sz="2400" b="1" dirty="0"/>
              <a:t>Progression Prediction:</a:t>
            </a:r>
            <a:r>
              <a:rPr lang="en-US" sz="2400" dirty="0"/>
              <a:t> Achieved ~89% accuracy over time-series data </a:t>
            </a:r>
          </a:p>
          <a:p>
            <a:pPr marL="457200" indent="-457200">
              <a:buFont typeface="+mj-lt"/>
              <a:buAutoNum type="arabicPeriod"/>
            </a:pPr>
            <a:endParaRPr lang="en-US" sz="2400" b="1" dirty="0"/>
          </a:p>
          <a:p>
            <a:pPr marL="457200" indent="-457200">
              <a:buFont typeface="+mj-lt"/>
              <a:buAutoNum type="arabicPeriod"/>
            </a:pPr>
            <a:r>
              <a:rPr lang="en-US" sz="2400" b="1" dirty="0"/>
              <a:t>Real-Time Validation:</a:t>
            </a:r>
            <a:r>
              <a:rPr lang="en-US" sz="2400" dirty="0"/>
              <a:t> Tested using patient follow-up data to verify prediction reliability </a:t>
            </a:r>
          </a:p>
        </p:txBody>
      </p:sp>
      <p:sp>
        <p:nvSpPr>
          <p:cNvPr id="2" name="Google Shape;583;p16">
            <a:extLst>
              <a:ext uri="{FF2B5EF4-FFF2-40B4-BE49-F238E27FC236}">
                <a16:creationId xmlns:a16="http://schemas.microsoft.com/office/drawing/2014/main" id="{84F09FAB-92FD-5AC4-265F-312AC3A468BF}"/>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  08                DEPARTMENT OF ARTIFICIAL INTELLIGENCE AND DATA SCIENCE</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702"/>
        <p:cNvGrpSpPr/>
        <p:nvPr/>
      </p:nvGrpSpPr>
      <p:grpSpPr>
        <a:xfrm>
          <a:off x="0" y="0"/>
          <a:ext cx="0" cy="0"/>
          <a:chOff x="0" y="0"/>
          <a:chExt cx="0" cy="0"/>
        </a:xfrm>
      </p:grpSpPr>
      <p:sp>
        <p:nvSpPr>
          <p:cNvPr id="703" name="Google Shape;703;p28"/>
          <p:cNvSpPr txBox="1"/>
          <p:nvPr/>
        </p:nvSpPr>
        <p:spPr>
          <a:xfrm>
            <a:off x="1295400" y="959033"/>
            <a:ext cx="14394873" cy="967637"/>
          </a:xfrm>
          <a:prstGeom prst="rect">
            <a:avLst/>
          </a:prstGeom>
          <a:noFill/>
          <a:ln>
            <a:noFill/>
          </a:ln>
        </p:spPr>
        <p:txBody>
          <a:bodyPr spcFirstLastPara="1" wrap="square" lIns="0" tIns="0" rIns="0" bIns="0" anchor="t" anchorCtr="0">
            <a:spAutoFit/>
          </a:bodyPr>
          <a:lstStyle/>
          <a:p>
            <a:pPr marL="0" marR="0" lvl="0" indent="0" algn="ctr" rtl="0">
              <a:lnSpc>
                <a:spcPct val="131250"/>
              </a:lnSpc>
              <a:spcBef>
                <a:spcPts val="0"/>
              </a:spcBef>
              <a:spcAft>
                <a:spcPts val="0"/>
              </a:spcAft>
              <a:buClr>
                <a:schemeClr val="dk1"/>
              </a:buClr>
              <a:buSzPts val="4800"/>
              <a:buFont typeface="Arial"/>
              <a:buNone/>
            </a:pPr>
            <a:r>
              <a:rPr lang="en-US" sz="4800" b="1" i="0" u="none" dirty="0">
                <a:solidFill>
                  <a:schemeClr val="dk1"/>
                </a:solidFill>
                <a:latin typeface="Arial"/>
                <a:ea typeface="Arial"/>
                <a:cs typeface="Arial"/>
                <a:sym typeface="Arial"/>
              </a:rPr>
              <a:t>Results &amp; Analysis</a:t>
            </a:r>
            <a:endParaRPr b="1" dirty="0"/>
          </a:p>
        </p:txBody>
      </p:sp>
      <p:grpSp>
        <p:nvGrpSpPr>
          <p:cNvPr id="704" name="Google Shape;704;p28"/>
          <p:cNvGrpSpPr/>
          <p:nvPr/>
        </p:nvGrpSpPr>
        <p:grpSpPr>
          <a:xfrm>
            <a:off x="14700250" y="7073900"/>
            <a:ext cx="5946770" cy="5946770"/>
            <a:chOff x="0" y="0"/>
            <a:chExt cx="812800" cy="812800"/>
          </a:xfrm>
        </p:grpSpPr>
        <p:sp>
          <p:nvSpPr>
            <p:cNvPr id="705" name="Google Shape;705;p2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706" name="Google Shape;706;p28"/>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sp>
        <p:nvSpPr>
          <p:cNvPr id="707" name="Google Shape;707;p28"/>
          <p:cNvSpPr txBox="1"/>
          <p:nvPr/>
        </p:nvSpPr>
        <p:spPr>
          <a:xfrm>
            <a:off x="5999162" y="5643562"/>
            <a:ext cx="2662200" cy="2367000"/>
          </a:xfrm>
          <a:prstGeom prst="rect">
            <a:avLst/>
          </a:prstGeom>
          <a:noFill/>
          <a:ln>
            <a:noFill/>
          </a:ln>
        </p:spPr>
        <p:txBody>
          <a:bodyPr spcFirstLastPara="1" wrap="square" lIns="0" tIns="0" rIns="0" bIns="0" anchor="t" anchorCtr="0">
            <a:spAutoFit/>
          </a:bodyPr>
          <a:lstStyle/>
          <a:p>
            <a:pPr marL="0" marR="0" lvl="0" indent="0" algn="ctr" rtl="0">
              <a:lnSpc>
                <a:spcPct val="143750"/>
              </a:lnSpc>
              <a:spcBef>
                <a:spcPts val="0"/>
              </a:spcBef>
              <a:spcAft>
                <a:spcPts val="0"/>
              </a:spcAft>
              <a:buClr>
                <a:srgbClr val="FDFDFD"/>
              </a:buClr>
              <a:buSzPts val="1600"/>
              <a:buFont typeface="Poppins"/>
              <a:buNone/>
            </a:pPr>
            <a:r>
              <a:rPr lang="en-US" sz="1600" b="0" i="0" u="none">
                <a:solidFill>
                  <a:srgbClr val="FDFDFD"/>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endParaRPr/>
          </a:p>
        </p:txBody>
      </p:sp>
      <p:sp>
        <p:nvSpPr>
          <p:cNvPr id="708" name="Google Shape;708;p28"/>
          <p:cNvSpPr txBox="1"/>
          <p:nvPr/>
        </p:nvSpPr>
        <p:spPr>
          <a:xfrm>
            <a:off x="9690100" y="5643562"/>
            <a:ext cx="2660700" cy="2367000"/>
          </a:xfrm>
          <a:prstGeom prst="rect">
            <a:avLst/>
          </a:prstGeom>
          <a:noFill/>
          <a:ln>
            <a:noFill/>
          </a:ln>
        </p:spPr>
        <p:txBody>
          <a:bodyPr spcFirstLastPara="1" wrap="square" lIns="0" tIns="0" rIns="0" bIns="0" anchor="t" anchorCtr="0">
            <a:spAutoFit/>
          </a:bodyPr>
          <a:lstStyle/>
          <a:p>
            <a:pPr marL="0" marR="0" lvl="0" indent="0" algn="ctr" rtl="0">
              <a:lnSpc>
                <a:spcPct val="143750"/>
              </a:lnSpc>
              <a:spcBef>
                <a:spcPts val="0"/>
              </a:spcBef>
              <a:spcAft>
                <a:spcPts val="0"/>
              </a:spcAft>
              <a:buClr>
                <a:srgbClr val="FDFDFD"/>
              </a:buClr>
              <a:buSzPts val="1600"/>
              <a:buFont typeface="Poppins"/>
              <a:buNone/>
            </a:pPr>
            <a:r>
              <a:rPr lang="en-US" sz="1600" b="0" i="0" u="none">
                <a:solidFill>
                  <a:srgbClr val="FDFDFD"/>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endParaRPr/>
          </a:p>
        </p:txBody>
      </p:sp>
      <p:sp>
        <p:nvSpPr>
          <p:cNvPr id="709" name="Google Shape;709;p28"/>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710" name="Google Shape;710;p28"/>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12</a:t>
            </a:fld>
            <a:endParaRPr/>
          </a:p>
        </p:txBody>
      </p:sp>
      <p:sp>
        <p:nvSpPr>
          <p:cNvPr id="712" name="Google Shape;712;p28"/>
          <p:cNvSpPr txBox="1"/>
          <p:nvPr/>
        </p:nvSpPr>
        <p:spPr>
          <a:xfrm>
            <a:off x="1295400" y="2400300"/>
            <a:ext cx="15697200" cy="4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713" name="Google Shape;713;p28"/>
          <p:cNvSpPr txBox="1"/>
          <p:nvPr/>
        </p:nvSpPr>
        <p:spPr>
          <a:xfrm>
            <a:off x="1600200" y="2538412"/>
            <a:ext cx="14351100" cy="6740266"/>
          </a:xfrm>
          <a:prstGeom prst="rect">
            <a:avLst/>
          </a:prstGeom>
          <a:noFill/>
          <a:ln>
            <a:noFill/>
          </a:ln>
        </p:spPr>
        <p:txBody>
          <a:bodyPr spcFirstLastPara="1" wrap="square" lIns="91425" tIns="45700" rIns="91425" bIns="45700" anchor="t" anchorCtr="0">
            <a:spAutoFit/>
          </a:bodyPr>
          <a:lstStyle/>
          <a:p>
            <a:r>
              <a:rPr lang="en-US" sz="2400" dirty="0"/>
              <a:t>The proposed hybrid AI model demonstrated high performance in both early diagnosis and disease progression prediction of varicose vein disorders</a:t>
            </a:r>
          </a:p>
          <a:p>
            <a:r>
              <a:rPr lang="en-US" sz="2400" dirty="0"/>
              <a:t>.</a:t>
            </a:r>
          </a:p>
          <a:p>
            <a:pPr marL="457200" indent="-457200">
              <a:buFont typeface="+mj-lt"/>
              <a:buAutoNum type="arabicPeriod"/>
            </a:pPr>
            <a:r>
              <a:rPr lang="en-US" sz="2400" b="1" dirty="0"/>
              <a:t>Early Diagnosis Performance:</a:t>
            </a:r>
            <a:r>
              <a:rPr lang="en-US" sz="2400" dirty="0"/>
              <a:t> </a:t>
            </a:r>
          </a:p>
          <a:p>
            <a:pPr marL="342900" lvl="1" indent="-342900">
              <a:buFont typeface="Arial" panose="020B0604020202020204" pitchFamily="34" charset="0"/>
              <a:buChar char="•"/>
            </a:pPr>
            <a:r>
              <a:rPr lang="en-US" sz="2400" dirty="0"/>
              <a:t>Accuracy: </a:t>
            </a:r>
            <a:r>
              <a:rPr lang="en-US" sz="2400" b="1" dirty="0"/>
              <a:t>92.3%</a:t>
            </a:r>
            <a:r>
              <a:rPr lang="en-US" sz="2400" dirty="0"/>
              <a:t> </a:t>
            </a:r>
          </a:p>
          <a:p>
            <a:pPr marL="342900" lvl="1" indent="-342900">
              <a:buFont typeface="Arial" panose="020B0604020202020204" pitchFamily="34" charset="0"/>
              <a:buChar char="•"/>
            </a:pPr>
            <a:r>
              <a:rPr lang="en-US" sz="2400" dirty="0"/>
              <a:t>Precision: </a:t>
            </a:r>
            <a:r>
              <a:rPr lang="en-US" sz="2400" b="1" dirty="0"/>
              <a:t>90.8%</a:t>
            </a:r>
            <a:r>
              <a:rPr lang="en-US" sz="2400" dirty="0"/>
              <a:t> </a:t>
            </a:r>
          </a:p>
          <a:p>
            <a:pPr marL="342900" lvl="1" indent="-342900">
              <a:buFont typeface="Arial" panose="020B0604020202020204" pitchFamily="34" charset="0"/>
              <a:buChar char="•"/>
            </a:pPr>
            <a:r>
              <a:rPr lang="en-US" sz="2400" dirty="0"/>
              <a:t>Recall: </a:t>
            </a:r>
            <a:r>
              <a:rPr lang="en-US" sz="2400" b="1" dirty="0"/>
              <a:t>93.5%</a:t>
            </a:r>
            <a:r>
              <a:rPr lang="en-US" sz="2400" dirty="0"/>
              <a:t> </a:t>
            </a:r>
          </a:p>
          <a:p>
            <a:pPr marL="342900" lvl="1" indent="-342900">
              <a:buFont typeface="Arial" panose="020B0604020202020204" pitchFamily="34" charset="0"/>
              <a:buChar char="•"/>
            </a:pPr>
            <a:r>
              <a:rPr lang="en-US" sz="2400" dirty="0"/>
              <a:t>F1-Score: </a:t>
            </a:r>
            <a:r>
              <a:rPr lang="en-US" sz="2400" b="1" dirty="0"/>
              <a:t>92.1%</a:t>
            </a:r>
            <a:r>
              <a:rPr lang="en-US" sz="2400" dirty="0"/>
              <a:t> </a:t>
            </a:r>
          </a:p>
          <a:p>
            <a:pPr marL="342900" lvl="1" indent="-342900">
              <a:buFont typeface="Arial" panose="020B0604020202020204" pitchFamily="34" charset="0"/>
              <a:buChar char="•"/>
            </a:pPr>
            <a:r>
              <a:rPr lang="en-US" sz="2400" dirty="0"/>
              <a:t>AUC-ROC: </a:t>
            </a:r>
            <a:r>
              <a:rPr lang="en-US" sz="2400" b="1" dirty="0"/>
              <a:t>0.96</a:t>
            </a:r>
            <a:r>
              <a:rPr lang="en-US" sz="2400" dirty="0"/>
              <a:t> </a:t>
            </a:r>
          </a:p>
          <a:p>
            <a:pPr marL="457200" indent="-457200">
              <a:buFont typeface="+mj-lt"/>
              <a:buAutoNum type="arabicPeriod"/>
            </a:pPr>
            <a:r>
              <a:rPr lang="en-US" sz="2400" b="1" dirty="0"/>
              <a:t>Progression Prediction Performance:</a:t>
            </a:r>
            <a:r>
              <a:rPr lang="en-US" sz="2400" dirty="0"/>
              <a:t> </a:t>
            </a:r>
          </a:p>
          <a:p>
            <a:pPr marL="342900" lvl="1" indent="-342900">
              <a:buFont typeface="Arial" panose="020B0604020202020204" pitchFamily="34" charset="0"/>
              <a:buChar char="•"/>
            </a:pPr>
            <a:r>
              <a:rPr lang="en-US" sz="2400" dirty="0"/>
              <a:t>Accuracy: </a:t>
            </a:r>
            <a:r>
              <a:rPr lang="en-US" sz="2400" b="1" dirty="0"/>
              <a:t>89.5%</a:t>
            </a:r>
            <a:r>
              <a:rPr lang="en-US" sz="2400" dirty="0"/>
              <a:t> </a:t>
            </a:r>
          </a:p>
          <a:p>
            <a:pPr marL="342900" lvl="1" indent="-342900">
              <a:buFont typeface="Arial" panose="020B0604020202020204" pitchFamily="34" charset="0"/>
              <a:buChar char="•"/>
            </a:pPr>
            <a:r>
              <a:rPr lang="en-US" sz="2400" dirty="0"/>
              <a:t>Precision: </a:t>
            </a:r>
            <a:r>
              <a:rPr lang="en-US" sz="2400" b="1" dirty="0"/>
              <a:t>87.2%</a:t>
            </a:r>
            <a:r>
              <a:rPr lang="en-US" sz="2400" dirty="0"/>
              <a:t> </a:t>
            </a:r>
          </a:p>
          <a:p>
            <a:pPr marL="342900" lvl="1" indent="-342900">
              <a:buFont typeface="Arial" panose="020B0604020202020204" pitchFamily="34" charset="0"/>
              <a:buChar char="•"/>
            </a:pPr>
            <a:r>
              <a:rPr lang="en-US" sz="2400" dirty="0"/>
              <a:t>Recall: </a:t>
            </a:r>
            <a:r>
              <a:rPr lang="en-US" sz="2400" b="1" dirty="0"/>
              <a:t>88.7%</a:t>
            </a:r>
            <a:r>
              <a:rPr lang="en-US" sz="2400" dirty="0"/>
              <a:t> </a:t>
            </a:r>
          </a:p>
          <a:p>
            <a:pPr marL="342900" lvl="1" indent="-342900">
              <a:buFont typeface="Arial" panose="020B0604020202020204" pitchFamily="34" charset="0"/>
              <a:buChar char="•"/>
            </a:pPr>
            <a:r>
              <a:rPr lang="en-US" sz="2400" dirty="0"/>
              <a:t>F1-Score: </a:t>
            </a:r>
            <a:r>
              <a:rPr lang="en-US" sz="2400" b="1" dirty="0"/>
              <a:t>87.9%</a:t>
            </a:r>
            <a:r>
              <a:rPr lang="en-US" sz="2400" dirty="0"/>
              <a:t> </a:t>
            </a:r>
          </a:p>
          <a:p>
            <a:pPr marL="342900" lvl="1" indent="-342900">
              <a:buFont typeface="Arial" panose="020B0604020202020204" pitchFamily="34" charset="0"/>
              <a:buChar char="•"/>
            </a:pPr>
            <a:r>
              <a:rPr lang="en-US" sz="2400" dirty="0"/>
              <a:t>AUC-ROC: </a:t>
            </a:r>
            <a:r>
              <a:rPr lang="en-US" sz="2400" b="1" dirty="0"/>
              <a:t>0.93</a:t>
            </a:r>
            <a:r>
              <a:rPr lang="en-US" sz="2400" dirty="0"/>
              <a:t> </a:t>
            </a:r>
          </a:p>
          <a:p>
            <a:pPr lvl="1"/>
            <a:endParaRPr lang="en-US" sz="2400" dirty="0"/>
          </a:p>
          <a:p>
            <a:r>
              <a:rPr lang="en-US" sz="2400" dirty="0"/>
              <a:t>High recall indicates the model effectively detects true positive cases and reduces false negatives. </a:t>
            </a:r>
          </a:p>
          <a:p>
            <a:r>
              <a:rPr lang="en-US" sz="2400" dirty="0"/>
              <a:t>The model successfully identifies early-stage abnormalities that are difficult to detect manually. </a:t>
            </a:r>
          </a:p>
        </p:txBody>
      </p:sp>
      <p:sp>
        <p:nvSpPr>
          <p:cNvPr id="2" name="Google Shape;583;p16">
            <a:extLst>
              <a:ext uri="{FF2B5EF4-FFF2-40B4-BE49-F238E27FC236}">
                <a16:creationId xmlns:a16="http://schemas.microsoft.com/office/drawing/2014/main" id="{E2879D01-1A82-95E7-189C-BDDB29D53D70}"/>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 08                DEPARTMENT OF ARTIFICIAL INTELLIGENCE AND DATA SCIENCE</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8" name="Google Shape;718;p29"/>
          <p:cNvSpPr txBox="1"/>
          <p:nvPr/>
        </p:nvSpPr>
        <p:spPr>
          <a:xfrm>
            <a:off x="723900" y="358486"/>
            <a:ext cx="16840200" cy="967637"/>
          </a:xfrm>
          <a:prstGeom prst="rect">
            <a:avLst/>
          </a:prstGeom>
          <a:noFill/>
          <a:ln>
            <a:noFill/>
          </a:ln>
        </p:spPr>
        <p:txBody>
          <a:bodyPr spcFirstLastPara="1" wrap="square" lIns="0" tIns="0" rIns="0" bIns="0" anchor="t" anchorCtr="0">
            <a:spAutoFit/>
          </a:bodyPr>
          <a:lstStyle/>
          <a:p>
            <a:pPr marL="0" marR="0" lvl="0" indent="0" algn="ctr" rtl="0">
              <a:lnSpc>
                <a:spcPct val="131250"/>
              </a:lnSpc>
              <a:spcBef>
                <a:spcPts val="0"/>
              </a:spcBef>
              <a:spcAft>
                <a:spcPts val="0"/>
              </a:spcAft>
              <a:buClr>
                <a:schemeClr val="dk1"/>
              </a:buClr>
              <a:buSzPts val="4800"/>
              <a:buFont typeface="Arial"/>
              <a:buNone/>
            </a:pPr>
            <a:r>
              <a:rPr lang="en-US" sz="4800" b="1" i="0" u="none" dirty="0">
                <a:solidFill>
                  <a:schemeClr val="dk1"/>
                </a:solidFill>
                <a:latin typeface="Arial"/>
                <a:ea typeface="Arial"/>
                <a:cs typeface="Arial"/>
                <a:sym typeface="Arial"/>
              </a:rPr>
              <a:t>Results &amp; Analysis </a:t>
            </a:r>
            <a:endParaRPr dirty="0"/>
          </a:p>
        </p:txBody>
      </p:sp>
      <p:grpSp>
        <p:nvGrpSpPr>
          <p:cNvPr id="719" name="Google Shape;719;p29"/>
          <p:cNvGrpSpPr/>
          <p:nvPr/>
        </p:nvGrpSpPr>
        <p:grpSpPr>
          <a:xfrm>
            <a:off x="14700250" y="7073900"/>
            <a:ext cx="5946770" cy="5946770"/>
            <a:chOff x="0" y="0"/>
            <a:chExt cx="812800" cy="812800"/>
          </a:xfrm>
        </p:grpSpPr>
        <p:sp>
          <p:nvSpPr>
            <p:cNvPr id="720" name="Google Shape;720;p29"/>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721" name="Google Shape;721;p29"/>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sp>
        <p:nvSpPr>
          <p:cNvPr id="722" name="Google Shape;722;p29"/>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723" name="Google Shape;723;p29"/>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13</a:t>
            </a:fld>
            <a:endParaRPr/>
          </a:p>
        </p:txBody>
      </p:sp>
      <p:sp>
        <p:nvSpPr>
          <p:cNvPr id="725" name="Google Shape;725;p29"/>
          <p:cNvSpPr txBox="1"/>
          <p:nvPr/>
        </p:nvSpPr>
        <p:spPr>
          <a:xfrm>
            <a:off x="1431925" y="2406650"/>
            <a:ext cx="15697200" cy="4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2" name="Google Shape;583;p16">
            <a:extLst>
              <a:ext uri="{FF2B5EF4-FFF2-40B4-BE49-F238E27FC236}">
                <a16:creationId xmlns:a16="http://schemas.microsoft.com/office/drawing/2014/main" id="{D2BCBECC-CE43-4FB4-E304-1730B3950454}"/>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 08                DEPARTMENT OF ARTIFICIAL INTELLIGENCE AND DATA SCIENCE</a:t>
            </a:r>
            <a:endParaRPr dirty="0"/>
          </a:p>
        </p:txBody>
      </p:sp>
      <p:sp>
        <p:nvSpPr>
          <p:cNvPr id="4" name="TextBox 3">
            <a:extLst>
              <a:ext uri="{FF2B5EF4-FFF2-40B4-BE49-F238E27FC236}">
                <a16:creationId xmlns:a16="http://schemas.microsoft.com/office/drawing/2014/main" id="{03851C75-FCC7-CA6F-5DA3-30666C89552C}"/>
              </a:ext>
            </a:extLst>
          </p:cNvPr>
          <p:cNvSpPr txBox="1"/>
          <p:nvPr/>
        </p:nvSpPr>
        <p:spPr>
          <a:xfrm>
            <a:off x="873684" y="1316891"/>
            <a:ext cx="16209531" cy="8217634"/>
          </a:xfrm>
          <a:prstGeom prst="rect">
            <a:avLst/>
          </a:prstGeom>
          <a:noFill/>
        </p:spPr>
        <p:txBody>
          <a:bodyPr wrap="square">
            <a:spAutoFit/>
          </a:bodyPr>
          <a:lstStyle/>
          <a:p>
            <a:pPr>
              <a:buNone/>
            </a:pPr>
            <a:r>
              <a:rPr lang="en-US" sz="2400" dirty="0"/>
              <a:t>The results show that the proposed hybrid model outperforms traditional machine learning and single-model approaches.</a:t>
            </a:r>
          </a:p>
          <a:p>
            <a:pPr marL="457200" indent="-457200">
              <a:buFont typeface="+mj-lt"/>
              <a:buAutoNum type="arabicPeriod"/>
            </a:pPr>
            <a:r>
              <a:rPr lang="en-US" sz="2400" b="1" dirty="0"/>
              <a:t>Comparison with Existing Models:</a:t>
            </a:r>
            <a:r>
              <a:rPr lang="en-US" sz="2400" dirty="0"/>
              <a:t> </a:t>
            </a:r>
          </a:p>
          <a:p>
            <a:pPr marL="742950" lvl="1" indent="-285750">
              <a:buFont typeface="Arial" panose="020B0604020202020204" pitchFamily="34" charset="0"/>
              <a:buChar char="•"/>
            </a:pPr>
            <a:r>
              <a:rPr lang="en-US" sz="2400" dirty="0"/>
              <a:t>SVM: 82.4% accuracy </a:t>
            </a:r>
          </a:p>
          <a:p>
            <a:pPr marL="742950" lvl="1" indent="-285750">
              <a:buFont typeface="Arial" panose="020B0604020202020204" pitchFamily="34" charset="0"/>
              <a:buChar char="•"/>
            </a:pPr>
            <a:r>
              <a:rPr lang="en-US" sz="2400" dirty="0"/>
              <a:t>Random Forest: 84.1% accuracy </a:t>
            </a:r>
          </a:p>
          <a:p>
            <a:pPr marL="742950" lvl="1" indent="-285750">
              <a:buFont typeface="Arial" panose="020B0604020202020204" pitchFamily="34" charset="0"/>
              <a:buChar char="•"/>
            </a:pPr>
            <a:r>
              <a:rPr lang="en-US" sz="2400" dirty="0"/>
              <a:t>CNN (image-only): 88.6% accuracy </a:t>
            </a:r>
          </a:p>
          <a:p>
            <a:pPr marL="742950" lvl="1" indent="-285750">
              <a:buFont typeface="Arial" panose="020B0604020202020204" pitchFamily="34" charset="0"/>
              <a:buChar char="•"/>
            </a:pPr>
            <a:r>
              <a:rPr lang="en-US" sz="2400" b="1" dirty="0"/>
              <a:t>Proposed Model: 92.3% accuracy</a:t>
            </a:r>
            <a:r>
              <a:rPr lang="en-US" sz="2400" dirty="0"/>
              <a:t> </a:t>
            </a:r>
          </a:p>
          <a:p>
            <a:pPr marL="457200" indent="-457200">
              <a:buFont typeface="+mj-lt"/>
              <a:buAutoNum type="arabicPeriod"/>
            </a:pPr>
            <a:r>
              <a:rPr lang="en-US" sz="2400" b="1" dirty="0"/>
              <a:t>Key Insights:</a:t>
            </a:r>
            <a:r>
              <a:rPr lang="en-US" sz="2400" dirty="0"/>
              <a:t> </a:t>
            </a:r>
          </a:p>
          <a:p>
            <a:pPr marL="742950" lvl="1" indent="-285750">
              <a:buFont typeface="Arial" panose="020B0604020202020204" pitchFamily="34" charset="0"/>
              <a:buChar char="•"/>
            </a:pPr>
            <a:r>
              <a:rPr lang="en-US" sz="2400" dirty="0"/>
              <a:t>Multimodal data integration improves prediction accuracy </a:t>
            </a:r>
          </a:p>
          <a:p>
            <a:pPr marL="742950" lvl="1" indent="-285750">
              <a:buFont typeface="Arial" panose="020B0604020202020204" pitchFamily="34" charset="0"/>
              <a:buChar char="•"/>
            </a:pPr>
            <a:r>
              <a:rPr lang="en-US" sz="2400" dirty="0"/>
              <a:t>CNN effectively extracts imaging features </a:t>
            </a:r>
          </a:p>
          <a:p>
            <a:pPr marL="742950" lvl="1" indent="-285750">
              <a:buFont typeface="Arial" panose="020B0604020202020204" pitchFamily="34" charset="0"/>
              <a:buChar char="•"/>
            </a:pPr>
            <a:r>
              <a:rPr lang="en-US" sz="2400" dirty="0"/>
              <a:t>LSTM captures temporal disease progression patterns </a:t>
            </a:r>
          </a:p>
          <a:p>
            <a:pPr marL="457200" indent="-457200">
              <a:buFont typeface="+mj-lt"/>
              <a:buAutoNum type="arabicPeriod"/>
            </a:pPr>
            <a:r>
              <a:rPr lang="en-US" sz="2400" b="1" dirty="0"/>
              <a:t>Feature Importance Analysis:</a:t>
            </a:r>
            <a:r>
              <a:rPr lang="en-US" sz="2400" dirty="0"/>
              <a:t> </a:t>
            </a:r>
          </a:p>
          <a:p>
            <a:pPr marL="742950" lvl="1" indent="-285750">
              <a:buFont typeface="Arial" panose="020B0604020202020204" pitchFamily="34" charset="0"/>
              <a:buChar char="•"/>
            </a:pPr>
            <a:r>
              <a:rPr lang="en-US" sz="2400" dirty="0"/>
              <a:t>Most important factors: </a:t>
            </a:r>
          </a:p>
          <a:p>
            <a:pPr marL="1143000" lvl="2" indent="-228600">
              <a:buFont typeface="Arial" panose="020B0604020202020204" pitchFamily="34" charset="0"/>
              <a:buChar char="•"/>
            </a:pPr>
            <a:r>
              <a:rPr lang="en-US" sz="2400" dirty="0"/>
              <a:t>Vein diameter </a:t>
            </a:r>
          </a:p>
          <a:p>
            <a:pPr marL="1143000" lvl="2" indent="-228600">
              <a:buFont typeface="Arial" panose="020B0604020202020204" pitchFamily="34" charset="0"/>
              <a:buChar char="•"/>
            </a:pPr>
            <a:r>
              <a:rPr lang="en-US" sz="2400" dirty="0"/>
              <a:t>BMI </a:t>
            </a:r>
          </a:p>
          <a:p>
            <a:pPr marL="1143000" lvl="2" indent="-228600">
              <a:buFont typeface="Arial" panose="020B0604020202020204" pitchFamily="34" charset="0"/>
              <a:buChar char="•"/>
            </a:pPr>
            <a:r>
              <a:rPr lang="en-US" sz="2400" dirty="0"/>
              <a:t>Age </a:t>
            </a:r>
          </a:p>
          <a:p>
            <a:pPr marL="1143000" lvl="2" indent="-228600">
              <a:buFont typeface="Arial" panose="020B0604020202020204" pitchFamily="34" charset="0"/>
              <a:buChar char="•"/>
            </a:pPr>
            <a:r>
              <a:rPr lang="en-US" sz="2400" dirty="0"/>
              <a:t>Medical history </a:t>
            </a:r>
          </a:p>
          <a:p>
            <a:pPr marL="457200" indent="-457200">
              <a:buFont typeface="+mj-lt"/>
              <a:buAutoNum type="arabicPeriod"/>
            </a:pPr>
            <a:r>
              <a:rPr lang="en-US" sz="2400" b="1" dirty="0"/>
              <a:t>Model Reliability:</a:t>
            </a:r>
            <a:r>
              <a:rPr lang="en-US" sz="2400" dirty="0"/>
              <a:t> </a:t>
            </a:r>
          </a:p>
          <a:p>
            <a:pPr marL="742950" lvl="1" indent="-285750">
              <a:buFont typeface="Arial" panose="020B0604020202020204" pitchFamily="34" charset="0"/>
              <a:buChar char="•"/>
            </a:pPr>
            <a:r>
              <a:rPr lang="en-US" sz="2400" dirty="0"/>
              <a:t>Consistent performance in cross-validation (~91% accuracy) </a:t>
            </a:r>
          </a:p>
          <a:p>
            <a:pPr marL="742950" lvl="1" indent="-285750">
              <a:buFont typeface="Arial" panose="020B0604020202020204" pitchFamily="34" charset="0"/>
              <a:buChar char="•"/>
            </a:pPr>
            <a:r>
              <a:rPr lang="en-US" sz="2400" dirty="0"/>
              <a:t>Robust against noisy data with minimal performance drop </a:t>
            </a:r>
          </a:p>
          <a:p>
            <a:pPr>
              <a:buFont typeface="Arial" panose="020B0604020202020204" pitchFamily="34" charset="0"/>
              <a:buChar char="•"/>
            </a:pPr>
            <a:r>
              <a:rPr lang="en-US" sz="2400" dirty="0"/>
              <a:t>Overall, the system provides </a:t>
            </a:r>
            <a:r>
              <a:rPr lang="en-US" sz="2400" b="1" dirty="0"/>
              <a:t>accurate, reliable, and clinically useful predictions</a:t>
            </a:r>
            <a:r>
              <a:rPr lang="en-US" sz="2400" dirty="0"/>
              <a:t>, enabling early intervention and better patient management.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p30"/>
          <p:cNvSpPr txBox="1"/>
          <p:nvPr/>
        </p:nvSpPr>
        <p:spPr>
          <a:xfrm>
            <a:off x="723900" y="547397"/>
            <a:ext cx="16840200" cy="967637"/>
          </a:xfrm>
          <a:prstGeom prst="rect">
            <a:avLst/>
          </a:prstGeom>
          <a:noFill/>
          <a:ln>
            <a:noFill/>
          </a:ln>
        </p:spPr>
        <p:txBody>
          <a:bodyPr spcFirstLastPara="1" wrap="square" lIns="0" tIns="0" rIns="0" bIns="0" anchor="t" anchorCtr="0">
            <a:spAutoFit/>
          </a:bodyPr>
          <a:lstStyle/>
          <a:p>
            <a:pPr marL="0" marR="0" lvl="0" indent="0" algn="ctr" rtl="0">
              <a:lnSpc>
                <a:spcPct val="131250"/>
              </a:lnSpc>
              <a:spcBef>
                <a:spcPts val="0"/>
              </a:spcBef>
              <a:spcAft>
                <a:spcPts val="0"/>
              </a:spcAft>
              <a:buClr>
                <a:schemeClr val="dk1"/>
              </a:buClr>
              <a:buSzPts val="4800"/>
              <a:buFont typeface="Arial"/>
              <a:buNone/>
            </a:pPr>
            <a:r>
              <a:rPr lang="en-US" sz="4800" b="1" i="0" u="none" dirty="0">
                <a:solidFill>
                  <a:schemeClr val="dk1"/>
                </a:solidFill>
                <a:latin typeface="Arial"/>
                <a:ea typeface="Arial"/>
                <a:cs typeface="Arial"/>
                <a:sym typeface="Arial"/>
              </a:rPr>
              <a:t>Results &amp; Analysis  </a:t>
            </a:r>
            <a:endParaRPr dirty="0"/>
          </a:p>
        </p:txBody>
      </p:sp>
      <p:grpSp>
        <p:nvGrpSpPr>
          <p:cNvPr id="732" name="Google Shape;732;p30"/>
          <p:cNvGrpSpPr/>
          <p:nvPr/>
        </p:nvGrpSpPr>
        <p:grpSpPr>
          <a:xfrm>
            <a:off x="14700250" y="7073900"/>
            <a:ext cx="5946770" cy="5946770"/>
            <a:chOff x="0" y="0"/>
            <a:chExt cx="812800" cy="812800"/>
          </a:xfrm>
        </p:grpSpPr>
        <p:sp>
          <p:nvSpPr>
            <p:cNvPr id="733" name="Google Shape;733;p3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734" name="Google Shape;734;p30"/>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sp>
        <p:nvSpPr>
          <p:cNvPr id="735" name="Google Shape;735;p30"/>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736" name="Google Shape;736;p30"/>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14</a:t>
            </a:fld>
            <a:endParaRPr/>
          </a:p>
        </p:txBody>
      </p:sp>
      <p:sp>
        <p:nvSpPr>
          <p:cNvPr id="738" name="Google Shape;738;p30"/>
          <p:cNvSpPr txBox="1"/>
          <p:nvPr/>
        </p:nvSpPr>
        <p:spPr>
          <a:xfrm>
            <a:off x="1431925" y="2406650"/>
            <a:ext cx="15697200" cy="4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2" name="Google Shape;583;p16">
            <a:extLst>
              <a:ext uri="{FF2B5EF4-FFF2-40B4-BE49-F238E27FC236}">
                <a16:creationId xmlns:a16="http://schemas.microsoft.com/office/drawing/2014/main" id="{162F67F1-4752-24F9-FE7F-BC5BC4A96C2C}"/>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 08                 DEPARTMENT OF ARTIFICIAL INTELLIGENCE AND DATA SCIENCE</a:t>
            </a:r>
            <a:endParaRPr dirty="0"/>
          </a:p>
        </p:txBody>
      </p:sp>
      <p:pic>
        <p:nvPicPr>
          <p:cNvPr id="4" name="Picture 3">
            <a:extLst>
              <a:ext uri="{FF2B5EF4-FFF2-40B4-BE49-F238E27FC236}">
                <a16:creationId xmlns:a16="http://schemas.microsoft.com/office/drawing/2014/main" id="{814267D9-354D-0092-8E3B-3629DC2AE81B}"/>
              </a:ext>
            </a:extLst>
          </p:cNvPr>
          <p:cNvPicPr>
            <a:picLocks noChangeAspect="1"/>
          </p:cNvPicPr>
          <p:nvPr/>
        </p:nvPicPr>
        <p:blipFill>
          <a:blip r:embed="rId3"/>
          <a:stretch>
            <a:fillRect/>
          </a:stretch>
        </p:blipFill>
        <p:spPr>
          <a:xfrm>
            <a:off x="936029" y="2073275"/>
            <a:ext cx="14630400" cy="71278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grpSp>
        <p:nvGrpSpPr>
          <p:cNvPr id="758" name="Google Shape;758;p32"/>
          <p:cNvGrpSpPr/>
          <p:nvPr/>
        </p:nvGrpSpPr>
        <p:grpSpPr>
          <a:xfrm>
            <a:off x="-2124075" y="-2346325"/>
            <a:ext cx="4692620" cy="4692620"/>
            <a:chOff x="0" y="0"/>
            <a:chExt cx="812800" cy="812800"/>
          </a:xfrm>
        </p:grpSpPr>
        <p:sp>
          <p:nvSpPr>
            <p:cNvPr id="759" name="Google Shape;759;p3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760" name="Google Shape;760;p32"/>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grpSp>
        <p:nvGrpSpPr>
          <p:cNvPr id="761" name="Google Shape;761;p32"/>
          <p:cNvGrpSpPr/>
          <p:nvPr/>
        </p:nvGrpSpPr>
        <p:grpSpPr>
          <a:xfrm>
            <a:off x="15573375" y="7940675"/>
            <a:ext cx="4692620" cy="4692620"/>
            <a:chOff x="0" y="0"/>
            <a:chExt cx="812800" cy="812800"/>
          </a:xfrm>
        </p:grpSpPr>
        <p:sp>
          <p:nvSpPr>
            <p:cNvPr id="762" name="Google Shape;762;p3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763" name="Google Shape;763;p32"/>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sp>
        <p:nvSpPr>
          <p:cNvPr id="764" name="Google Shape;764;p32"/>
          <p:cNvSpPr txBox="1"/>
          <p:nvPr/>
        </p:nvSpPr>
        <p:spPr>
          <a:xfrm>
            <a:off x="968375" y="1885950"/>
            <a:ext cx="12248861" cy="513346"/>
          </a:xfrm>
          <a:prstGeom prst="rect">
            <a:avLst/>
          </a:prstGeom>
          <a:noFill/>
          <a:ln>
            <a:noFill/>
          </a:ln>
        </p:spPr>
        <p:txBody>
          <a:bodyPr spcFirstLastPara="1" wrap="square" lIns="0" tIns="0" rIns="0" bIns="0" anchor="t" anchorCtr="0">
            <a:spAutoFit/>
          </a:bodyPr>
          <a:lstStyle/>
          <a:p>
            <a:pPr marL="0" marR="0" lvl="0" indent="0" algn="ctr" rtl="0">
              <a:lnSpc>
                <a:spcPct val="139215"/>
              </a:lnSpc>
              <a:spcBef>
                <a:spcPts val="0"/>
              </a:spcBef>
              <a:spcAft>
                <a:spcPts val="0"/>
              </a:spcAft>
              <a:buClr>
                <a:srgbClr val="FDFDFD"/>
              </a:buClr>
              <a:buSzPts val="5100"/>
              <a:buFont typeface="Open Sans ExtraBold"/>
              <a:buNone/>
            </a:pPr>
            <a:r>
              <a:rPr lang="en-US" sz="2400" b="1" i="0" u="none" dirty="0">
                <a:solidFill>
                  <a:srgbClr val="FDFDFD"/>
                </a:solidFill>
                <a:latin typeface="+mj-lt"/>
                <a:ea typeface="Open Sans ExtraBold"/>
                <a:cs typeface="Open Sans ExtraBold"/>
                <a:sym typeface="Open Sans ExtraBold"/>
              </a:rPr>
              <a:t>Concept In Business</a:t>
            </a:r>
            <a:endParaRPr sz="2400" dirty="0">
              <a:latin typeface="+mj-lt"/>
            </a:endParaRPr>
          </a:p>
        </p:txBody>
      </p:sp>
      <p:sp>
        <p:nvSpPr>
          <p:cNvPr id="765" name="Google Shape;765;p32"/>
          <p:cNvSpPr txBox="1"/>
          <p:nvPr/>
        </p:nvSpPr>
        <p:spPr>
          <a:xfrm>
            <a:off x="968375" y="590625"/>
            <a:ext cx="14043000" cy="613117"/>
          </a:xfrm>
          <a:prstGeom prst="rect">
            <a:avLst/>
          </a:prstGeom>
          <a:noFill/>
          <a:ln>
            <a:noFill/>
          </a:ln>
        </p:spPr>
        <p:txBody>
          <a:bodyPr spcFirstLastPara="1" wrap="square" lIns="0" tIns="0" rIns="0" bIns="0" anchor="t" anchorCtr="0">
            <a:spAutoFit/>
          </a:bodyPr>
          <a:lstStyle/>
          <a:p>
            <a:pPr marL="0" marR="0" lvl="0" indent="0" algn="ctr" rtl="0">
              <a:lnSpc>
                <a:spcPct val="83333"/>
              </a:lnSpc>
              <a:spcBef>
                <a:spcPts val="0"/>
              </a:spcBef>
              <a:spcAft>
                <a:spcPts val="0"/>
              </a:spcAft>
              <a:buClr>
                <a:schemeClr val="dk1"/>
              </a:buClr>
              <a:buSzPts val="4800"/>
              <a:buFont typeface="Arial"/>
              <a:buNone/>
            </a:pPr>
            <a:r>
              <a:rPr lang="en-US" sz="4800" b="1" i="0" u="none" dirty="0">
                <a:solidFill>
                  <a:schemeClr val="dk1"/>
                </a:solidFill>
                <a:latin typeface="Arial"/>
                <a:ea typeface="Arial"/>
                <a:cs typeface="Arial"/>
                <a:sym typeface="Arial"/>
              </a:rPr>
              <a:t>Demonstration/Prototype Showcase</a:t>
            </a:r>
            <a:endParaRPr dirty="0"/>
          </a:p>
        </p:txBody>
      </p:sp>
      <p:sp>
        <p:nvSpPr>
          <p:cNvPr id="766" name="Google Shape;766;p32"/>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767" name="Google Shape;767;p32"/>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15</a:t>
            </a:fld>
            <a:endParaRPr/>
          </a:p>
        </p:txBody>
      </p:sp>
      <p:sp>
        <p:nvSpPr>
          <p:cNvPr id="2" name="Google Shape;583;p16">
            <a:extLst>
              <a:ext uri="{FF2B5EF4-FFF2-40B4-BE49-F238E27FC236}">
                <a16:creationId xmlns:a16="http://schemas.microsoft.com/office/drawing/2014/main" id="{FB55F5A1-FCA1-1CCC-6CB8-B3D919D2E229}"/>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 08                DEPARTMENT OF ARTIFICIAL INTELLIGENCE AND DATA SCIENCE</a:t>
            </a:r>
            <a:endParaRPr dirty="0"/>
          </a:p>
        </p:txBody>
      </p:sp>
      <p:pic>
        <p:nvPicPr>
          <p:cNvPr id="8" name="Picture 7">
            <a:extLst>
              <a:ext uri="{FF2B5EF4-FFF2-40B4-BE49-F238E27FC236}">
                <a16:creationId xmlns:a16="http://schemas.microsoft.com/office/drawing/2014/main" id="{13410CE7-792C-2054-9579-140277B9264B}"/>
              </a:ext>
            </a:extLst>
          </p:cNvPr>
          <p:cNvPicPr>
            <a:picLocks noChangeAspect="1"/>
          </p:cNvPicPr>
          <p:nvPr/>
        </p:nvPicPr>
        <p:blipFill>
          <a:blip r:embed="rId3"/>
          <a:stretch>
            <a:fillRect/>
          </a:stretch>
        </p:blipFill>
        <p:spPr>
          <a:xfrm>
            <a:off x="9663545" y="1416784"/>
            <a:ext cx="8584755" cy="6523891"/>
          </a:xfrm>
          <a:prstGeom prst="rect">
            <a:avLst/>
          </a:prstGeom>
        </p:spPr>
      </p:pic>
      <p:sp>
        <p:nvSpPr>
          <p:cNvPr id="10" name="TextBox 9">
            <a:extLst>
              <a:ext uri="{FF2B5EF4-FFF2-40B4-BE49-F238E27FC236}">
                <a16:creationId xmlns:a16="http://schemas.microsoft.com/office/drawing/2014/main" id="{4FDE6A65-C3FA-40AC-56F5-D5308C7F0F87}"/>
              </a:ext>
            </a:extLst>
          </p:cNvPr>
          <p:cNvSpPr txBox="1"/>
          <p:nvPr/>
        </p:nvSpPr>
        <p:spPr>
          <a:xfrm>
            <a:off x="968375" y="1615045"/>
            <a:ext cx="9110807" cy="7478970"/>
          </a:xfrm>
          <a:prstGeom prst="rect">
            <a:avLst/>
          </a:prstGeom>
          <a:noFill/>
        </p:spPr>
        <p:txBody>
          <a:bodyPr wrap="square">
            <a:spAutoFit/>
          </a:bodyPr>
          <a:lstStyle/>
          <a:p>
            <a:pPr>
              <a:buNone/>
            </a:pPr>
            <a:r>
              <a:rPr lang="en-US" sz="2400" dirty="0"/>
              <a:t>The developed system includes an interactive prototype to assist clinicians in diagnosing and monitoring varicose vein disorders.</a:t>
            </a:r>
          </a:p>
          <a:p>
            <a:pPr>
              <a:buNone/>
            </a:pPr>
            <a:endParaRPr lang="en-US" sz="2400" dirty="0"/>
          </a:p>
          <a:p>
            <a:pPr marL="457200" indent="-457200">
              <a:buFont typeface="+mj-lt"/>
              <a:buAutoNum type="arabicPeriod"/>
            </a:pPr>
            <a:r>
              <a:rPr lang="en-US" sz="2400" b="1" dirty="0"/>
              <a:t>Interactive Dashboard:</a:t>
            </a:r>
            <a:r>
              <a:rPr lang="en-US" sz="2400" dirty="0"/>
              <a:t> Displays patient data, predictions, and visual outputs in a user-friendly interface</a:t>
            </a:r>
          </a:p>
          <a:p>
            <a:pPr marL="457200" indent="-457200">
              <a:buFont typeface="+mj-lt"/>
              <a:buAutoNum type="arabicPeriod"/>
            </a:pPr>
            <a:endParaRPr lang="en-US" sz="2400" dirty="0"/>
          </a:p>
          <a:p>
            <a:pPr marL="457200" indent="-457200">
              <a:buFont typeface="+mj-lt"/>
              <a:buAutoNum type="arabicPeriod"/>
            </a:pPr>
            <a:r>
              <a:rPr lang="en-US" sz="2400" b="1" dirty="0"/>
              <a:t>Ultrasound Visualization:</a:t>
            </a:r>
            <a:r>
              <a:rPr lang="en-US" sz="2400" dirty="0"/>
              <a:t> Highlights vein structures and abnormal regions using CNN-based analysis</a:t>
            </a:r>
          </a:p>
          <a:p>
            <a:pPr marL="457200" indent="-457200">
              <a:buFont typeface="+mj-lt"/>
              <a:buAutoNum type="arabicPeriod"/>
            </a:pPr>
            <a:endParaRPr lang="en-US" sz="2400" b="1" dirty="0"/>
          </a:p>
          <a:p>
            <a:pPr marL="457200" indent="-457200">
              <a:buFont typeface="+mj-lt"/>
              <a:buAutoNum type="arabicPeriod"/>
            </a:pPr>
            <a:r>
              <a:rPr lang="en-US" sz="2400" b="1" dirty="0"/>
              <a:t>Risk Prediction Display:</a:t>
            </a:r>
            <a:r>
              <a:rPr lang="en-US" sz="2400" dirty="0"/>
              <a:t> Shows patient risk levels (Stable / Moderate / High)</a:t>
            </a:r>
          </a:p>
          <a:p>
            <a:pPr marL="457200" indent="-457200">
              <a:buFont typeface="+mj-lt"/>
              <a:buAutoNum type="arabicPeriod"/>
            </a:pPr>
            <a:endParaRPr lang="en-US" sz="2400" b="1" dirty="0"/>
          </a:p>
          <a:p>
            <a:pPr marL="457200" indent="-457200">
              <a:buFont typeface="+mj-lt"/>
              <a:buAutoNum type="arabicPeriod"/>
            </a:pPr>
            <a:r>
              <a:rPr lang="en-US" sz="2400" b="1" dirty="0"/>
              <a:t>Progression Graphs:</a:t>
            </a:r>
            <a:r>
              <a:rPr lang="en-US" sz="2400" dirty="0"/>
              <a:t> Visualizes disease progression over time using LSTM predictions</a:t>
            </a:r>
          </a:p>
          <a:p>
            <a:pPr marL="457200" indent="-457200">
              <a:buFont typeface="+mj-lt"/>
              <a:buAutoNum type="arabicPeriod"/>
            </a:pPr>
            <a:endParaRPr lang="en-US" sz="2400" b="1" dirty="0"/>
          </a:p>
          <a:p>
            <a:pPr marL="457200" indent="-457200">
              <a:buFont typeface="+mj-lt"/>
              <a:buAutoNum type="arabicPeriod"/>
            </a:pPr>
            <a:r>
              <a:rPr lang="en-US" sz="2400" b="1" dirty="0"/>
              <a:t>Feature Importance:</a:t>
            </a:r>
            <a:r>
              <a:rPr lang="en-US" sz="2400" dirty="0"/>
              <a:t> Provides explainable insights using SHAP and LIME</a:t>
            </a:r>
          </a:p>
          <a:p>
            <a:pPr marL="457200" indent="-457200">
              <a:buFont typeface="+mj-lt"/>
              <a:buAutoNum type="arabicPeriod"/>
            </a:pPr>
            <a:endParaRPr lang="en-US" sz="2400" b="1" dirty="0"/>
          </a:p>
          <a:p>
            <a:pPr marL="457200" indent="-457200">
              <a:buFont typeface="+mj-lt"/>
              <a:buAutoNum type="arabicPeriod"/>
            </a:pPr>
            <a:r>
              <a:rPr lang="en-US" sz="2400" b="1" dirty="0"/>
              <a:t>Real-Time Monitoring:</a:t>
            </a:r>
            <a:r>
              <a:rPr lang="en-US" sz="2400" dirty="0"/>
              <a:t> Integrates wearable sensor data for continuous tracking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grpSp>
        <p:nvGrpSpPr>
          <p:cNvPr id="774" name="Google Shape;774;p33"/>
          <p:cNvGrpSpPr/>
          <p:nvPr/>
        </p:nvGrpSpPr>
        <p:grpSpPr>
          <a:xfrm>
            <a:off x="-2124075" y="-2346325"/>
            <a:ext cx="4692620" cy="4692620"/>
            <a:chOff x="0" y="0"/>
            <a:chExt cx="812800" cy="812800"/>
          </a:xfrm>
        </p:grpSpPr>
        <p:sp>
          <p:nvSpPr>
            <p:cNvPr id="775" name="Google Shape;775;p3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776" name="Google Shape;776;p33"/>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grpSp>
        <p:nvGrpSpPr>
          <p:cNvPr id="777" name="Google Shape;777;p33"/>
          <p:cNvGrpSpPr/>
          <p:nvPr/>
        </p:nvGrpSpPr>
        <p:grpSpPr>
          <a:xfrm>
            <a:off x="15573375" y="7940675"/>
            <a:ext cx="4692620" cy="4692620"/>
            <a:chOff x="0" y="0"/>
            <a:chExt cx="812800" cy="812800"/>
          </a:xfrm>
        </p:grpSpPr>
        <p:sp>
          <p:nvSpPr>
            <p:cNvPr id="778" name="Google Shape;778;p3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779" name="Google Shape;779;p33"/>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sp>
        <p:nvSpPr>
          <p:cNvPr id="780" name="Google Shape;780;p33"/>
          <p:cNvSpPr txBox="1"/>
          <p:nvPr/>
        </p:nvSpPr>
        <p:spPr>
          <a:xfrm>
            <a:off x="5416550" y="1885950"/>
            <a:ext cx="7455000" cy="879600"/>
          </a:xfrm>
          <a:prstGeom prst="rect">
            <a:avLst/>
          </a:prstGeom>
          <a:noFill/>
          <a:ln>
            <a:noFill/>
          </a:ln>
        </p:spPr>
        <p:txBody>
          <a:bodyPr spcFirstLastPara="1" wrap="square" lIns="0" tIns="0" rIns="0" bIns="0" anchor="t" anchorCtr="0">
            <a:spAutoFit/>
          </a:bodyPr>
          <a:lstStyle/>
          <a:p>
            <a:pPr marL="0" marR="0" lvl="0" indent="0" algn="ctr" rtl="0">
              <a:lnSpc>
                <a:spcPct val="139215"/>
              </a:lnSpc>
              <a:spcBef>
                <a:spcPts val="0"/>
              </a:spcBef>
              <a:spcAft>
                <a:spcPts val="0"/>
              </a:spcAft>
              <a:buClr>
                <a:srgbClr val="FDFDFD"/>
              </a:buClr>
              <a:buSzPts val="5100"/>
              <a:buFont typeface="Open Sans ExtraBold"/>
              <a:buNone/>
            </a:pPr>
            <a:r>
              <a:rPr lang="en-US" sz="5100" b="1" i="0" u="none">
                <a:solidFill>
                  <a:srgbClr val="FDFDFD"/>
                </a:solidFill>
                <a:latin typeface="Open Sans ExtraBold"/>
                <a:ea typeface="Open Sans ExtraBold"/>
                <a:cs typeface="Open Sans ExtraBold"/>
                <a:sym typeface="Open Sans ExtraBold"/>
              </a:rPr>
              <a:t>Concept In Business</a:t>
            </a:r>
            <a:endParaRPr/>
          </a:p>
        </p:txBody>
      </p:sp>
      <p:sp>
        <p:nvSpPr>
          <p:cNvPr id="781" name="Google Shape;781;p33"/>
          <p:cNvSpPr txBox="1"/>
          <p:nvPr/>
        </p:nvSpPr>
        <p:spPr>
          <a:xfrm>
            <a:off x="968374" y="1162050"/>
            <a:ext cx="14982825" cy="738300"/>
          </a:xfrm>
          <a:prstGeom prst="rect">
            <a:avLst/>
          </a:prstGeom>
          <a:noFill/>
          <a:ln>
            <a:noFill/>
          </a:ln>
        </p:spPr>
        <p:txBody>
          <a:bodyPr spcFirstLastPara="1" wrap="square" lIns="0" tIns="0" rIns="0" bIns="0" anchor="t" anchorCtr="0">
            <a:spAutoFit/>
          </a:bodyPr>
          <a:lstStyle/>
          <a:p>
            <a:pPr marR="0" lvl="0" algn="ctr" rtl="0">
              <a:lnSpc>
                <a:spcPct val="100000"/>
              </a:lnSpc>
              <a:spcBef>
                <a:spcPts val="0"/>
              </a:spcBef>
              <a:spcAft>
                <a:spcPts val="0"/>
              </a:spcAft>
              <a:buClr>
                <a:schemeClr val="dk1"/>
              </a:buClr>
              <a:buSzPts val="4800"/>
            </a:pPr>
            <a:r>
              <a:rPr lang="en-US" sz="4800" b="1" i="0" u="none" dirty="0">
                <a:solidFill>
                  <a:schemeClr val="dk1"/>
                </a:solidFill>
                <a:latin typeface="Arial"/>
                <a:ea typeface="Arial"/>
                <a:cs typeface="Arial"/>
                <a:sym typeface="Arial"/>
              </a:rPr>
              <a:t>Sustainable Development Goals(SDG)</a:t>
            </a:r>
            <a:endParaRPr dirty="0"/>
          </a:p>
        </p:txBody>
      </p:sp>
      <p:sp>
        <p:nvSpPr>
          <p:cNvPr id="782" name="Google Shape;782;p33"/>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783" name="Google Shape;783;p33"/>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16</a:t>
            </a:fld>
            <a:endParaRPr/>
          </a:p>
        </p:txBody>
      </p:sp>
      <p:sp>
        <p:nvSpPr>
          <p:cNvPr id="785" name="Google Shape;785;p33"/>
          <p:cNvSpPr txBox="1"/>
          <p:nvPr/>
        </p:nvSpPr>
        <p:spPr>
          <a:xfrm>
            <a:off x="968375" y="2302641"/>
            <a:ext cx="15527627" cy="6740266"/>
          </a:xfrm>
          <a:prstGeom prst="rect">
            <a:avLst/>
          </a:prstGeom>
          <a:noFill/>
          <a:ln>
            <a:noFill/>
          </a:ln>
        </p:spPr>
        <p:txBody>
          <a:bodyPr spcFirstLastPara="1" wrap="square" lIns="91425" tIns="45700" rIns="91425" bIns="45700" anchor="t" anchorCtr="0">
            <a:spAutoFit/>
          </a:bodyPr>
          <a:lstStyle/>
          <a:p>
            <a:r>
              <a:rPr lang="en-US" sz="2400" b="1" dirty="0"/>
              <a:t>Relevance of the Project to Specific SDG:</a:t>
            </a:r>
          </a:p>
          <a:p>
            <a:endParaRPr lang="en-US" sz="2400" b="1" dirty="0"/>
          </a:p>
          <a:p>
            <a:pPr marL="342900" indent="-342900">
              <a:buFont typeface="Arial" panose="020B0604020202020204" pitchFamily="34" charset="0"/>
              <a:buChar char="•"/>
            </a:pPr>
            <a:r>
              <a:rPr lang="en-US" sz="2400" b="1" dirty="0"/>
              <a:t>SDG 3: Good Health and Well-being</a:t>
            </a:r>
            <a:r>
              <a:rPr lang="en-US" sz="2400" dirty="0"/>
              <a:t> – Supports early diagnosis and monitoring of varicose vein disorders </a:t>
            </a:r>
          </a:p>
          <a:p>
            <a:pPr marL="342900" indent="-342900">
              <a:buFont typeface="Arial" panose="020B0604020202020204" pitchFamily="34" charset="0"/>
              <a:buChar char="•"/>
            </a:pPr>
            <a:r>
              <a:rPr lang="en-US" sz="2400" b="1" dirty="0"/>
              <a:t>SDG 9: Industry, Innovation, and Infrastructure</a:t>
            </a:r>
            <a:r>
              <a:rPr lang="en-US" sz="2400" dirty="0"/>
              <a:t> – Promotes use of AI and digital healthcare solutions </a:t>
            </a:r>
          </a:p>
          <a:p>
            <a:pPr marL="342900" indent="-342900">
              <a:buFont typeface="Arial" panose="020B0604020202020204" pitchFamily="34" charset="0"/>
              <a:buChar char="•"/>
            </a:pPr>
            <a:r>
              <a:rPr lang="en-US" sz="2400" b="1" dirty="0"/>
              <a:t>SDG 10: Reduced Inequalities</a:t>
            </a:r>
            <a:r>
              <a:rPr lang="en-US" sz="2400" dirty="0"/>
              <a:t> – Enables accessible diagnosis in remote and underserved areas </a:t>
            </a:r>
          </a:p>
          <a:p>
            <a:endParaRPr lang="en-US" sz="2400" b="1" dirty="0"/>
          </a:p>
          <a:p>
            <a:r>
              <a:rPr lang="en-US" sz="2400" b="1" dirty="0"/>
              <a:t>Potential Social and Environmental Impact:</a:t>
            </a:r>
          </a:p>
          <a:p>
            <a:endParaRPr lang="en-US" sz="2400" b="1" dirty="0"/>
          </a:p>
          <a:p>
            <a:pPr marL="342900" indent="-342900">
              <a:buFont typeface="Arial" panose="020B0604020202020204" pitchFamily="34" charset="0"/>
              <a:buChar char="•"/>
            </a:pPr>
            <a:r>
              <a:rPr lang="en-US" sz="2400" dirty="0"/>
              <a:t>Improves patient quality of life through early detection and treatment </a:t>
            </a:r>
          </a:p>
          <a:p>
            <a:pPr marL="342900" indent="-342900">
              <a:buFont typeface="Arial" panose="020B0604020202020204" pitchFamily="34" charset="0"/>
              <a:buChar char="•"/>
            </a:pPr>
            <a:r>
              <a:rPr lang="en-US" sz="2400" dirty="0"/>
              <a:t>Reduces burden on healthcare systems by enabling preventive care </a:t>
            </a:r>
          </a:p>
          <a:p>
            <a:pPr marL="342900" indent="-342900">
              <a:buFont typeface="Arial" panose="020B0604020202020204" pitchFamily="34" charset="0"/>
              <a:buChar char="•"/>
            </a:pPr>
            <a:r>
              <a:rPr lang="en-US" sz="2400" dirty="0"/>
              <a:t>Supports digital healthcare, reducing unnecessary hospital visits and resource usage </a:t>
            </a:r>
          </a:p>
          <a:p>
            <a:endParaRPr lang="en-US" sz="2400" dirty="0"/>
          </a:p>
          <a:p>
            <a:r>
              <a:rPr lang="en-US" sz="2400" b="1" dirty="0"/>
              <a:t>Economic Feasibility (Costs):</a:t>
            </a:r>
          </a:p>
          <a:p>
            <a:endParaRPr lang="en-US" sz="2400" b="1" dirty="0"/>
          </a:p>
          <a:p>
            <a:pPr marL="342900" indent="-342900">
              <a:buFont typeface="Arial" panose="020B0604020202020204" pitchFamily="34" charset="0"/>
              <a:buChar char="•"/>
            </a:pPr>
            <a:r>
              <a:rPr lang="en-US" sz="2400" dirty="0"/>
              <a:t>Reduces long-term treatment costs through early diagnosis </a:t>
            </a:r>
          </a:p>
          <a:p>
            <a:pPr marL="342900" indent="-342900">
              <a:buFont typeface="Arial" panose="020B0604020202020204" pitchFamily="34" charset="0"/>
              <a:buChar char="•"/>
            </a:pPr>
            <a:r>
              <a:rPr lang="en-US" sz="2400" dirty="0"/>
              <a:t>Minimizes hospital visits and manual diagnostic effort </a:t>
            </a:r>
          </a:p>
          <a:p>
            <a:pPr marL="342900" indent="-342900">
              <a:buFont typeface="Arial" panose="020B0604020202020204" pitchFamily="34" charset="0"/>
              <a:buChar char="•"/>
            </a:pPr>
            <a:r>
              <a:rPr lang="en-US" sz="2400" dirty="0"/>
              <a:t>Scalable cloud-based system reduces infrastructure costs </a:t>
            </a:r>
          </a:p>
          <a:p>
            <a:pPr marL="342900" indent="-342900">
              <a:buFont typeface="Arial" panose="020B0604020202020204" pitchFamily="34" charset="0"/>
              <a:buChar char="•"/>
            </a:pPr>
            <a:r>
              <a:rPr lang="en-US" sz="2400" dirty="0"/>
              <a:t>Cost-effective compared to traditional diagnostic methods</a:t>
            </a:r>
          </a:p>
        </p:txBody>
      </p:sp>
      <p:sp>
        <p:nvSpPr>
          <p:cNvPr id="2" name="Google Shape;583;p16">
            <a:extLst>
              <a:ext uri="{FF2B5EF4-FFF2-40B4-BE49-F238E27FC236}">
                <a16:creationId xmlns:a16="http://schemas.microsoft.com/office/drawing/2014/main" id="{087DC12E-29D2-667C-0F95-E2ECE597C550}"/>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 08                DEPARTMENT OF ARTIFICIAL INTELLIGENCE AND DATA SCIENCE</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grpSp>
        <p:nvGrpSpPr>
          <p:cNvPr id="822" name="Google Shape;822;p36"/>
          <p:cNvGrpSpPr/>
          <p:nvPr/>
        </p:nvGrpSpPr>
        <p:grpSpPr>
          <a:xfrm>
            <a:off x="15573375" y="7940675"/>
            <a:ext cx="4692620" cy="4692620"/>
            <a:chOff x="0" y="0"/>
            <a:chExt cx="812800" cy="812800"/>
          </a:xfrm>
        </p:grpSpPr>
        <p:sp>
          <p:nvSpPr>
            <p:cNvPr id="823" name="Google Shape;823;p3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824" name="Google Shape;824;p36"/>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sp>
        <p:nvSpPr>
          <p:cNvPr id="825" name="Google Shape;825;p36"/>
          <p:cNvSpPr txBox="1"/>
          <p:nvPr/>
        </p:nvSpPr>
        <p:spPr>
          <a:xfrm>
            <a:off x="1028700" y="1247775"/>
            <a:ext cx="14984608" cy="678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4400"/>
              <a:buFont typeface="Arial"/>
              <a:buNone/>
            </a:pPr>
            <a:r>
              <a:rPr lang="en-US" sz="4400" b="1" i="0" u="none" dirty="0">
                <a:solidFill>
                  <a:schemeClr val="dk1"/>
                </a:solidFill>
                <a:latin typeface="Arial"/>
                <a:ea typeface="Arial"/>
                <a:cs typeface="Arial"/>
                <a:sym typeface="Arial"/>
              </a:rPr>
              <a:t>Challenges Encountered &amp; Solutions</a:t>
            </a:r>
            <a:endParaRPr dirty="0"/>
          </a:p>
        </p:txBody>
      </p:sp>
      <p:sp>
        <p:nvSpPr>
          <p:cNvPr id="826" name="Google Shape;826;p36"/>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827" name="Google Shape;827;p36"/>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17</a:t>
            </a:fld>
            <a:endParaRPr/>
          </a:p>
        </p:txBody>
      </p:sp>
      <p:sp>
        <p:nvSpPr>
          <p:cNvPr id="829" name="Google Shape;829;p36"/>
          <p:cNvSpPr txBox="1"/>
          <p:nvPr/>
        </p:nvSpPr>
        <p:spPr>
          <a:xfrm>
            <a:off x="1028700" y="2400300"/>
            <a:ext cx="14723918" cy="5262939"/>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400" b="1" dirty="0"/>
              <a:t>Data Heterogeneity:</a:t>
            </a:r>
            <a:r>
              <a:rPr lang="en-US" sz="2400" dirty="0"/>
              <a:t> Different formats from imaging, clinical, and wearable data</a:t>
            </a:r>
            <a:br>
              <a:rPr lang="en-US" sz="2400" dirty="0"/>
            </a:br>
            <a:r>
              <a:rPr lang="en-US" sz="2400" dirty="0"/>
              <a:t>→ </a:t>
            </a:r>
            <a:r>
              <a:rPr lang="en-US" sz="2400" i="1" dirty="0"/>
              <a:t>Solution:</a:t>
            </a:r>
            <a:r>
              <a:rPr lang="en-US" sz="2400" dirty="0"/>
              <a:t> Applied preprocessing, normalization, and data alignment techniques </a:t>
            </a:r>
          </a:p>
          <a:p>
            <a:pPr marL="457200" indent="-457200">
              <a:buFont typeface="+mj-lt"/>
              <a:buAutoNum type="arabicPeriod"/>
            </a:pPr>
            <a:endParaRPr lang="en-US" sz="2400" b="1" dirty="0"/>
          </a:p>
          <a:p>
            <a:pPr marL="457200" indent="-457200">
              <a:buFont typeface="+mj-lt"/>
              <a:buAutoNum type="arabicPeriod"/>
            </a:pPr>
            <a:r>
              <a:rPr lang="en-US" sz="2400" b="1" dirty="0"/>
              <a:t>Limited Labeled Data:</a:t>
            </a:r>
            <a:r>
              <a:rPr lang="en-US" sz="2400" dirty="0"/>
              <a:t> Insufficient annotated medical datasets. </a:t>
            </a:r>
            <a:r>
              <a:rPr lang="en-US" sz="2400" i="1" dirty="0"/>
              <a:t>Solution:</a:t>
            </a:r>
            <a:r>
              <a:rPr lang="en-US" sz="2400" dirty="0"/>
              <a:t> Used transfer learning and data augmentation to improve model training </a:t>
            </a:r>
          </a:p>
          <a:p>
            <a:pPr marL="457200" indent="-457200">
              <a:buFont typeface="+mj-lt"/>
              <a:buAutoNum type="arabicPeriod"/>
            </a:pPr>
            <a:endParaRPr lang="en-US" sz="2400" b="1" dirty="0"/>
          </a:p>
          <a:p>
            <a:pPr marL="457200" indent="-457200">
              <a:buFont typeface="+mj-lt"/>
              <a:buAutoNum type="arabicPeriod"/>
            </a:pPr>
            <a:r>
              <a:rPr lang="en-US" sz="2400" b="1" dirty="0"/>
              <a:t>High Computational Cost:</a:t>
            </a:r>
            <a:r>
              <a:rPr lang="en-US" sz="2400" dirty="0"/>
              <a:t> Deep learning models require powerful hardware</a:t>
            </a:r>
            <a:br>
              <a:rPr lang="en-US" sz="2400" dirty="0"/>
            </a:br>
            <a:r>
              <a:rPr lang="en-US" sz="2400" dirty="0"/>
              <a:t>→ </a:t>
            </a:r>
            <a:r>
              <a:rPr lang="en-US" sz="2400" i="1" dirty="0"/>
              <a:t>Solution:</a:t>
            </a:r>
            <a:r>
              <a:rPr lang="en-US" sz="2400" dirty="0"/>
              <a:t> Optimized models and used GPU-based training for efficiency </a:t>
            </a:r>
          </a:p>
          <a:p>
            <a:pPr marL="457200" indent="-457200">
              <a:buFont typeface="+mj-lt"/>
              <a:buAutoNum type="arabicPeriod"/>
            </a:pPr>
            <a:endParaRPr lang="en-US" sz="2400" b="1" dirty="0"/>
          </a:p>
          <a:p>
            <a:pPr marL="457200" indent="-457200">
              <a:buFont typeface="+mj-lt"/>
              <a:buAutoNum type="arabicPeriod"/>
            </a:pPr>
            <a:r>
              <a:rPr lang="en-US" sz="2400" b="1" dirty="0"/>
              <a:t>Model Interpretability:</a:t>
            </a:r>
            <a:r>
              <a:rPr lang="en-US" sz="2400" dirty="0"/>
              <a:t> Difficulty in understanding AI predictions</a:t>
            </a:r>
            <a:br>
              <a:rPr lang="en-US" sz="2400" dirty="0"/>
            </a:br>
            <a:r>
              <a:rPr lang="en-US" sz="2400" dirty="0"/>
              <a:t>→ </a:t>
            </a:r>
            <a:r>
              <a:rPr lang="en-US" sz="2400" i="1" dirty="0"/>
              <a:t>Solution:</a:t>
            </a:r>
            <a:r>
              <a:rPr lang="en-US" sz="2400" dirty="0"/>
              <a:t> Integrated Explainable AI techniques (SHAP, LIME) </a:t>
            </a:r>
          </a:p>
          <a:p>
            <a:pPr marL="457200" indent="-457200">
              <a:buFont typeface="+mj-lt"/>
              <a:buAutoNum type="arabicPeriod"/>
            </a:pPr>
            <a:endParaRPr lang="en-US" sz="2400" b="1" dirty="0"/>
          </a:p>
          <a:p>
            <a:pPr marL="457200" indent="-457200">
              <a:buFont typeface="+mj-lt"/>
              <a:buAutoNum type="arabicPeriod"/>
            </a:pPr>
            <a:r>
              <a:rPr lang="en-US" sz="2400" b="1" dirty="0"/>
              <a:t>Real-Time Integration Issues:</a:t>
            </a:r>
            <a:r>
              <a:rPr lang="en-US" sz="2400" dirty="0"/>
              <a:t> Combining multiple data sources in real time</a:t>
            </a:r>
            <a:br>
              <a:rPr lang="en-US" sz="2400" dirty="0"/>
            </a:br>
            <a:r>
              <a:rPr lang="en-US" sz="2400" dirty="0"/>
              <a:t>→ </a:t>
            </a:r>
            <a:r>
              <a:rPr lang="en-US" sz="2400" i="1" dirty="0"/>
              <a:t>Solution:</a:t>
            </a:r>
            <a:r>
              <a:rPr lang="en-US" sz="2400" dirty="0"/>
              <a:t> Used cloud-based architecture for seamless data integration </a:t>
            </a:r>
          </a:p>
        </p:txBody>
      </p:sp>
      <p:sp>
        <p:nvSpPr>
          <p:cNvPr id="2" name="Google Shape;583;p16">
            <a:extLst>
              <a:ext uri="{FF2B5EF4-FFF2-40B4-BE49-F238E27FC236}">
                <a16:creationId xmlns:a16="http://schemas.microsoft.com/office/drawing/2014/main" id="{A5D17B3B-E1FD-DB20-05E4-F8E51D1147D6}"/>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 08                 DEPARTMENT OF ARTIFICIAL INTELLIGENCE AND DATA SCIENCE</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grpSp>
        <p:nvGrpSpPr>
          <p:cNvPr id="834" name="Google Shape;834;p37"/>
          <p:cNvGrpSpPr/>
          <p:nvPr/>
        </p:nvGrpSpPr>
        <p:grpSpPr>
          <a:xfrm>
            <a:off x="15573375" y="7940675"/>
            <a:ext cx="4692620" cy="4692620"/>
            <a:chOff x="0" y="0"/>
            <a:chExt cx="812800" cy="812800"/>
          </a:xfrm>
        </p:grpSpPr>
        <p:sp>
          <p:nvSpPr>
            <p:cNvPr id="835" name="Google Shape;835;p3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836" name="Google Shape;836;p37"/>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sp>
        <p:nvSpPr>
          <p:cNvPr id="837" name="Google Shape;837;p37"/>
          <p:cNvSpPr txBox="1"/>
          <p:nvPr/>
        </p:nvSpPr>
        <p:spPr>
          <a:xfrm>
            <a:off x="1789112" y="1247775"/>
            <a:ext cx="13374600" cy="678000"/>
          </a:xfrm>
          <a:prstGeom prst="rect">
            <a:avLst/>
          </a:prstGeom>
          <a:noFill/>
          <a:ln>
            <a:noFill/>
          </a:ln>
        </p:spPr>
        <p:txBody>
          <a:bodyPr spcFirstLastPara="1" wrap="square" lIns="0" tIns="0" rIns="0" bIns="0" anchor="t" anchorCtr="0">
            <a:spAutoFit/>
          </a:bodyPr>
          <a:lstStyle/>
          <a:p>
            <a:pPr marR="0" lvl="0" algn="ctr" rtl="0">
              <a:lnSpc>
                <a:spcPct val="100000"/>
              </a:lnSpc>
              <a:spcBef>
                <a:spcPts val="0"/>
              </a:spcBef>
              <a:spcAft>
                <a:spcPts val="0"/>
              </a:spcAft>
              <a:buClr>
                <a:schemeClr val="dk1"/>
              </a:buClr>
              <a:buSzPts val="4400"/>
            </a:pPr>
            <a:r>
              <a:rPr lang="en-US" sz="4400" b="1" i="0" u="none" dirty="0">
                <a:solidFill>
                  <a:schemeClr val="dk1"/>
                </a:solidFill>
                <a:latin typeface="Arial"/>
                <a:ea typeface="Arial"/>
                <a:cs typeface="Arial"/>
                <a:sym typeface="Arial"/>
              </a:rPr>
              <a:t>Advantages</a:t>
            </a:r>
            <a:endParaRPr dirty="0"/>
          </a:p>
        </p:txBody>
      </p:sp>
      <p:sp>
        <p:nvSpPr>
          <p:cNvPr id="838" name="Google Shape;838;p37"/>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839" name="Google Shape;839;p37"/>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18</a:t>
            </a:fld>
            <a:endParaRPr/>
          </a:p>
        </p:txBody>
      </p:sp>
      <p:sp>
        <p:nvSpPr>
          <p:cNvPr id="2" name="Google Shape;583;p16">
            <a:extLst>
              <a:ext uri="{FF2B5EF4-FFF2-40B4-BE49-F238E27FC236}">
                <a16:creationId xmlns:a16="http://schemas.microsoft.com/office/drawing/2014/main" id="{818017F1-8DA3-197A-52B4-F1641694F30E}"/>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 08                DEPARTMENT OF ARTIFICIAL INTELLIGENCE AND DATA SCIENCE</a:t>
            </a:r>
            <a:endParaRPr dirty="0"/>
          </a:p>
        </p:txBody>
      </p:sp>
      <p:sp>
        <p:nvSpPr>
          <p:cNvPr id="4" name="Rectangle 2">
            <a:extLst>
              <a:ext uri="{FF2B5EF4-FFF2-40B4-BE49-F238E27FC236}">
                <a16:creationId xmlns:a16="http://schemas.microsoft.com/office/drawing/2014/main" id="{DE43A6ED-9EA3-2A14-F77C-E4BAC886D5E2}"/>
              </a:ext>
            </a:extLst>
          </p:cNvPr>
          <p:cNvSpPr>
            <a:spLocks noChangeArrowheads="1"/>
          </p:cNvSpPr>
          <p:nvPr/>
        </p:nvSpPr>
        <p:spPr bwMode="auto">
          <a:xfrm>
            <a:off x="1751479" y="2530418"/>
            <a:ext cx="14199721"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Arial" panose="020B0604020202020204" pitchFamily="34" charset="0"/>
              </a:rPr>
              <a:t>Early Detection:</a:t>
            </a:r>
            <a:r>
              <a:rPr kumimoji="0" lang="en-US" altLang="en-US" sz="2400" b="0" i="0" u="none" strike="noStrike" cap="none" normalizeH="0" baseline="0" dirty="0">
                <a:ln>
                  <a:noFill/>
                </a:ln>
                <a:solidFill>
                  <a:schemeClr val="tx1"/>
                </a:solidFill>
                <a:effectLst/>
                <a:latin typeface="Arial" panose="020B0604020202020204" pitchFamily="34" charset="0"/>
              </a:rPr>
              <a:t> Identifies varicose vein disorders at an early stage, enabling timely treatment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Arial" panose="020B0604020202020204" pitchFamily="34" charset="0"/>
              </a:rPr>
              <a:t>High Accuracy:</a:t>
            </a:r>
            <a:r>
              <a:rPr kumimoji="0" lang="en-US" altLang="en-US" sz="2400" b="0" i="0" u="none" strike="noStrike" cap="none" normalizeH="0" baseline="0" dirty="0">
                <a:ln>
                  <a:noFill/>
                </a:ln>
                <a:solidFill>
                  <a:schemeClr val="tx1"/>
                </a:solidFill>
                <a:effectLst/>
                <a:latin typeface="Arial" panose="020B0604020202020204" pitchFamily="34" charset="0"/>
              </a:rPr>
              <a:t> Provides reliable predictions using advanced AI models (CNN + LSTM)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Arial" panose="020B0604020202020204" pitchFamily="34" charset="0"/>
              </a:rPr>
              <a:t>Multimodal Integration:</a:t>
            </a:r>
            <a:r>
              <a:rPr kumimoji="0" lang="en-US" altLang="en-US" sz="2400" b="0" i="0" u="none" strike="noStrike" cap="none" normalizeH="0" baseline="0" dirty="0">
                <a:ln>
                  <a:noFill/>
                </a:ln>
                <a:solidFill>
                  <a:schemeClr val="tx1"/>
                </a:solidFill>
                <a:effectLst/>
                <a:latin typeface="Arial" panose="020B0604020202020204" pitchFamily="34" charset="0"/>
              </a:rPr>
              <a:t> Combines imaging, clinical, and wearable data for better decision-making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Arial" panose="020B0604020202020204" pitchFamily="34" charset="0"/>
              </a:rPr>
              <a:t>Predictive Capability:</a:t>
            </a:r>
            <a:r>
              <a:rPr kumimoji="0" lang="en-US" altLang="en-US" sz="2400" b="0" i="0" u="none" strike="noStrike" cap="none" normalizeH="0" baseline="0" dirty="0">
                <a:ln>
                  <a:noFill/>
                </a:ln>
                <a:solidFill>
                  <a:schemeClr val="tx1"/>
                </a:solidFill>
                <a:effectLst/>
                <a:latin typeface="Arial" panose="020B0604020202020204" pitchFamily="34" charset="0"/>
              </a:rPr>
              <a:t> Forecasts disease progression, helping in preventive care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Arial" panose="020B0604020202020204" pitchFamily="34" charset="0"/>
              </a:rPr>
              <a:t>Explainable Results:</a:t>
            </a:r>
            <a:r>
              <a:rPr kumimoji="0" lang="en-US" altLang="en-US" sz="2400" b="0" i="0" u="none" strike="noStrike" cap="none" normalizeH="0" baseline="0" dirty="0">
                <a:ln>
                  <a:noFill/>
                </a:ln>
                <a:solidFill>
                  <a:schemeClr val="tx1"/>
                </a:solidFill>
                <a:effectLst/>
                <a:latin typeface="Arial" panose="020B0604020202020204" pitchFamily="34" charset="0"/>
              </a:rPr>
              <a:t> Uses SHAP and LIME for transparent and interpretable predictions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Arial" panose="020B0604020202020204" pitchFamily="34" charset="0"/>
              </a:rPr>
              <a:t>Real-Time Monitoring:</a:t>
            </a:r>
            <a:r>
              <a:rPr kumimoji="0" lang="en-US" altLang="en-US" sz="2400" b="0" i="0" u="none" strike="noStrike" cap="none" normalizeH="0" baseline="0" dirty="0">
                <a:ln>
                  <a:noFill/>
                </a:ln>
                <a:solidFill>
                  <a:schemeClr val="tx1"/>
                </a:solidFill>
                <a:effectLst/>
                <a:latin typeface="Arial" panose="020B0604020202020204" pitchFamily="34" charset="0"/>
              </a:rPr>
              <a:t> Enables continuous patient tracking using wearable devices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Arial" panose="020B0604020202020204" pitchFamily="34" charset="0"/>
              </a:rPr>
              <a:t>Improved Patient Care:</a:t>
            </a:r>
            <a:r>
              <a:rPr kumimoji="0" lang="en-US" altLang="en-US" sz="2400" b="0" i="0" u="none" strike="noStrike" cap="none" normalizeH="0" baseline="0" dirty="0">
                <a:ln>
                  <a:noFill/>
                </a:ln>
                <a:solidFill>
                  <a:schemeClr val="tx1"/>
                </a:solidFill>
                <a:effectLst/>
                <a:latin typeface="Arial" panose="020B0604020202020204" pitchFamily="34" charset="0"/>
              </a:rPr>
              <a:t> Supports personalized treatment and reduces complications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grpSp>
        <p:nvGrpSpPr>
          <p:cNvPr id="846" name="Google Shape;846;p38"/>
          <p:cNvGrpSpPr/>
          <p:nvPr/>
        </p:nvGrpSpPr>
        <p:grpSpPr>
          <a:xfrm>
            <a:off x="15573375" y="7940675"/>
            <a:ext cx="4692620" cy="4692620"/>
            <a:chOff x="0" y="0"/>
            <a:chExt cx="812800" cy="812800"/>
          </a:xfrm>
        </p:grpSpPr>
        <p:sp>
          <p:nvSpPr>
            <p:cNvPr id="847" name="Google Shape;847;p3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848" name="Google Shape;848;p38"/>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sp>
        <p:nvSpPr>
          <p:cNvPr id="849" name="Google Shape;849;p38"/>
          <p:cNvSpPr txBox="1"/>
          <p:nvPr/>
        </p:nvSpPr>
        <p:spPr>
          <a:xfrm>
            <a:off x="1789112" y="1247775"/>
            <a:ext cx="11698200" cy="678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4400"/>
              <a:buFont typeface="Arial"/>
              <a:buNone/>
            </a:pPr>
            <a:r>
              <a:rPr lang="en-US" sz="4400" b="1" i="0" u="none" dirty="0">
                <a:solidFill>
                  <a:schemeClr val="dk1"/>
                </a:solidFill>
                <a:latin typeface="Arial"/>
                <a:ea typeface="Arial"/>
                <a:cs typeface="Arial"/>
                <a:sym typeface="Arial"/>
              </a:rPr>
              <a:t>Limitations &amp; Future Scope</a:t>
            </a:r>
            <a:endParaRPr dirty="0"/>
          </a:p>
        </p:txBody>
      </p:sp>
      <p:sp>
        <p:nvSpPr>
          <p:cNvPr id="850" name="Google Shape;850;p38"/>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851" name="Google Shape;851;p38"/>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19</a:t>
            </a:fld>
            <a:endParaRPr/>
          </a:p>
        </p:txBody>
      </p:sp>
      <p:sp>
        <p:nvSpPr>
          <p:cNvPr id="853" name="Google Shape;853;p38"/>
          <p:cNvSpPr txBox="1"/>
          <p:nvPr/>
        </p:nvSpPr>
        <p:spPr>
          <a:xfrm>
            <a:off x="1789112" y="2689149"/>
            <a:ext cx="16154400" cy="5632271"/>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400" b="1" dirty="0"/>
              <a:t>Limitations:</a:t>
            </a:r>
          </a:p>
          <a:p>
            <a:endParaRPr lang="en-US" sz="2400" b="1" dirty="0"/>
          </a:p>
          <a:p>
            <a:pPr marL="342900" indent="-342900">
              <a:buFont typeface="Arial" panose="020B0604020202020204" pitchFamily="34" charset="0"/>
              <a:buChar char="•"/>
            </a:pPr>
            <a:r>
              <a:rPr lang="en-US" sz="2400" dirty="0"/>
              <a:t>Limited availability of high-quality annotated medical datasets </a:t>
            </a:r>
          </a:p>
          <a:p>
            <a:pPr marL="342900" indent="-342900">
              <a:buFont typeface="Arial" panose="020B0604020202020204" pitchFamily="34" charset="0"/>
              <a:buChar char="•"/>
            </a:pPr>
            <a:r>
              <a:rPr lang="en-US" sz="2400" dirty="0"/>
              <a:t>High computational requirements for training deep learning models </a:t>
            </a:r>
          </a:p>
          <a:p>
            <a:pPr marL="342900" indent="-342900">
              <a:buFont typeface="Arial" panose="020B0604020202020204" pitchFamily="34" charset="0"/>
              <a:buChar char="•"/>
            </a:pPr>
            <a:r>
              <a:rPr lang="en-US" sz="2400" dirty="0"/>
              <a:t>Possible bias due to limited or unbalanced data </a:t>
            </a:r>
          </a:p>
          <a:p>
            <a:pPr marL="342900" indent="-342900">
              <a:buFont typeface="Arial" panose="020B0604020202020204" pitchFamily="34" charset="0"/>
              <a:buChar char="•"/>
            </a:pPr>
            <a:r>
              <a:rPr lang="en-US" sz="2400" dirty="0"/>
              <a:t>Model performance may vary across different populations </a:t>
            </a:r>
          </a:p>
          <a:p>
            <a:pPr marL="342900" indent="-342900">
              <a:buFont typeface="Arial" panose="020B0604020202020204" pitchFamily="34" charset="0"/>
              <a:buChar char="•"/>
            </a:pPr>
            <a:r>
              <a:rPr lang="en-US" sz="2400" dirty="0"/>
              <a:t>Dependence on quality of input data (images and clinical records) </a:t>
            </a:r>
          </a:p>
          <a:p>
            <a:endParaRPr lang="en-US" sz="2400" dirty="0"/>
          </a:p>
          <a:p>
            <a:pPr marL="457200" indent="-457200">
              <a:buAutoNum type="arabicPeriod" startAt="2"/>
            </a:pPr>
            <a:r>
              <a:rPr lang="en-US" sz="2400" b="1" dirty="0"/>
              <a:t>Future Scope:</a:t>
            </a:r>
          </a:p>
          <a:p>
            <a:pPr marL="457200" indent="-457200">
              <a:buAutoNum type="arabicPeriod" startAt="2"/>
            </a:pPr>
            <a:endParaRPr lang="en-US" sz="2400" b="1" dirty="0"/>
          </a:p>
          <a:p>
            <a:pPr marL="342900" indent="-342900">
              <a:buFont typeface="Arial" panose="020B0604020202020204" pitchFamily="34" charset="0"/>
              <a:buChar char="•"/>
            </a:pPr>
            <a:r>
              <a:rPr lang="en-US" sz="2400" dirty="0"/>
              <a:t>Use of larger and more diverse datasets for better generalization </a:t>
            </a:r>
          </a:p>
          <a:p>
            <a:pPr marL="342900" indent="-342900">
              <a:buFont typeface="Arial" panose="020B0604020202020204" pitchFamily="34" charset="0"/>
              <a:buChar char="•"/>
            </a:pPr>
            <a:r>
              <a:rPr lang="en-US" sz="2400" dirty="0"/>
              <a:t>Integration of 3D imaging for improved accuracy </a:t>
            </a:r>
          </a:p>
          <a:p>
            <a:pPr marL="342900" indent="-342900">
              <a:buFont typeface="Arial" panose="020B0604020202020204" pitchFamily="34" charset="0"/>
              <a:buChar char="•"/>
            </a:pPr>
            <a:r>
              <a:rPr lang="en-US" sz="2400" dirty="0"/>
              <a:t>Deployment on mobile and edge devices for real-time use </a:t>
            </a:r>
          </a:p>
          <a:p>
            <a:pPr marL="342900" indent="-342900">
              <a:buFont typeface="Arial" panose="020B0604020202020204" pitchFamily="34" charset="0"/>
              <a:buChar char="•"/>
            </a:pPr>
            <a:r>
              <a:rPr lang="en-US" sz="2400" dirty="0"/>
              <a:t>Inclusion of additional data such as genetic and lifestyle factors </a:t>
            </a:r>
          </a:p>
          <a:p>
            <a:pPr marL="342900" indent="-342900">
              <a:buFont typeface="Arial" panose="020B0604020202020204" pitchFamily="34" charset="0"/>
              <a:buChar char="•"/>
            </a:pPr>
            <a:r>
              <a:rPr lang="en-US" sz="2400" dirty="0"/>
              <a:t>Further enhancement of Explainable AI for better clinical trust</a:t>
            </a:r>
          </a:p>
        </p:txBody>
      </p:sp>
      <p:sp>
        <p:nvSpPr>
          <p:cNvPr id="2" name="Google Shape;583;p16">
            <a:extLst>
              <a:ext uri="{FF2B5EF4-FFF2-40B4-BE49-F238E27FC236}">
                <a16:creationId xmlns:a16="http://schemas.microsoft.com/office/drawing/2014/main" id="{4EA5E431-7B6B-D695-1F9E-06ECB8121FEE}"/>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 08                 DEPARTMENT OF ARTIFICIAL INTELLIGENCE AND DATA SCIENCE</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grpSp>
        <p:nvGrpSpPr>
          <p:cNvPr id="858" name="Google Shape;858;p39"/>
          <p:cNvGrpSpPr/>
          <p:nvPr/>
        </p:nvGrpSpPr>
        <p:grpSpPr>
          <a:xfrm>
            <a:off x="15573375" y="7940675"/>
            <a:ext cx="4692620" cy="4692620"/>
            <a:chOff x="0" y="0"/>
            <a:chExt cx="812800" cy="812800"/>
          </a:xfrm>
        </p:grpSpPr>
        <p:sp>
          <p:nvSpPr>
            <p:cNvPr id="859" name="Google Shape;859;p39"/>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860" name="Google Shape;860;p39"/>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sp>
        <p:nvSpPr>
          <p:cNvPr id="861" name="Google Shape;861;p39"/>
          <p:cNvSpPr txBox="1"/>
          <p:nvPr/>
        </p:nvSpPr>
        <p:spPr>
          <a:xfrm>
            <a:off x="1789112" y="1247775"/>
            <a:ext cx="11698200" cy="678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4400"/>
              <a:buFont typeface="Arial"/>
              <a:buNone/>
            </a:pPr>
            <a:r>
              <a:rPr lang="en-US" sz="4400" b="1" i="0" u="none" dirty="0">
                <a:solidFill>
                  <a:schemeClr val="dk1"/>
                </a:solidFill>
                <a:latin typeface="Arial"/>
                <a:ea typeface="Arial"/>
                <a:cs typeface="Arial"/>
                <a:sym typeface="Arial"/>
              </a:rPr>
              <a:t>Conclusion</a:t>
            </a:r>
            <a:endParaRPr dirty="0"/>
          </a:p>
        </p:txBody>
      </p:sp>
      <p:sp>
        <p:nvSpPr>
          <p:cNvPr id="862" name="Google Shape;862;p39"/>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863" name="Google Shape;863;p39"/>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20</a:t>
            </a:fld>
            <a:endParaRPr/>
          </a:p>
        </p:txBody>
      </p:sp>
      <p:sp>
        <p:nvSpPr>
          <p:cNvPr id="865" name="Google Shape;865;p39"/>
          <p:cNvSpPr txBox="1"/>
          <p:nvPr/>
        </p:nvSpPr>
        <p:spPr>
          <a:xfrm>
            <a:off x="1789112" y="2652918"/>
            <a:ext cx="14503400" cy="4056455"/>
          </a:xfrm>
          <a:prstGeom prst="rect">
            <a:avLst/>
          </a:prstGeom>
          <a:noFill/>
          <a:ln>
            <a:noFill/>
          </a:ln>
        </p:spPr>
        <p:txBody>
          <a:bodyPr spcFirstLastPara="1" wrap="square" lIns="91425" tIns="45700" rIns="91425" bIns="45700" anchor="t" anchorCtr="0">
            <a:spAutoFit/>
          </a:bodyPr>
          <a:lstStyle/>
          <a:p>
            <a:pPr marR="0" lvl="0" algn="l" rtl="0">
              <a:lnSpc>
                <a:spcPct val="115000"/>
              </a:lnSpc>
              <a:spcBef>
                <a:spcPts val="0"/>
              </a:spcBef>
              <a:spcAft>
                <a:spcPts val="0"/>
              </a:spcAft>
              <a:buClr>
                <a:schemeClr val="dk1"/>
              </a:buClr>
              <a:buSzPts val="2400"/>
            </a:pPr>
            <a:r>
              <a:rPr lang="en-US" sz="2800" i="0" u="none" dirty="0">
                <a:solidFill>
                  <a:schemeClr val="dk1"/>
                </a:solidFill>
                <a:latin typeface="Arial"/>
                <a:ea typeface="Arial"/>
                <a:cs typeface="Arial"/>
                <a:sym typeface="Arial"/>
              </a:rPr>
              <a:t>The proposed AI-based predictive analytics system provides an effective solution for the early diagnosis and monitoring of varicose vein disorders. By integrating CNN for image analysis and LSTM for progression prediction, the system achieves high accuracy and reliable results. The use of multimodal data (imaging, clinical, and wearable) enhances overall performance and decision-making. Explainable AI techniques improve transparency and trust in clinical applications. Overall, the system supports a shift from reactive to proactive healthcare, improving patient outcomes and enabling personalized treatment.</a:t>
            </a:r>
            <a:endParaRPr sz="2800" i="0" u="none" dirty="0">
              <a:solidFill>
                <a:schemeClr val="dk1"/>
              </a:solidFill>
              <a:latin typeface="Arial"/>
              <a:ea typeface="Arial"/>
              <a:cs typeface="Arial"/>
              <a:sym typeface="Arial"/>
            </a:endParaRPr>
          </a:p>
        </p:txBody>
      </p:sp>
      <p:sp>
        <p:nvSpPr>
          <p:cNvPr id="2" name="Google Shape;583;p16">
            <a:extLst>
              <a:ext uri="{FF2B5EF4-FFF2-40B4-BE49-F238E27FC236}">
                <a16:creationId xmlns:a16="http://schemas.microsoft.com/office/drawing/2014/main" id="{A3DA74C5-A782-E76A-51F8-6D99B5CC4837}"/>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  08               DEPARTMENT OF ARTIFICIAL INTELLIGENCE AND DATA SCIENCE</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grpSp>
        <p:nvGrpSpPr>
          <p:cNvPr id="892" name="Google Shape;892;p42"/>
          <p:cNvGrpSpPr/>
          <p:nvPr/>
        </p:nvGrpSpPr>
        <p:grpSpPr>
          <a:xfrm>
            <a:off x="15573375" y="7940675"/>
            <a:ext cx="4692620" cy="4692620"/>
            <a:chOff x="0" y="0"/>
            <a:chExt cx="812800" cy="812800"/>
          </a:xfrm>
        </p:grpSpPr>
        <p:sp>
          <p:nvSpPr>
            <p:cNvPr id="893" name="Google Shape;893;p4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894" name="Google Shape;894;p42"/>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sp>
        <p:nvSpPr>
          <p:cNvPr id="895" name="Google Shape;895;p42"/>
          <p:cNvSpPr txBox="1"/>
          <p:nvPr/>
        </p:nvSpPr>
        <p:spPr>
          <a:xfrm>
            <a:off x="1752600" y="615950"/>
            <a:ext cx="13527000" cy="676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4400"/>
              <a:buFont typeface="Arial"/>
              <a:buNone/>
            </a:pPr>
            <a:r>
              <a:rPr lang="en-US" sz="4400" b="1" i="0" u="none">
                <a:solidFill>
                  <a:schemeClr val="dk1"/>
                </a:solidFill>
                <a:latin typeface="Arial"/>
                <a:ea typeface="Arial"/>
                <a:cs typeface="Arial"/>
                <a:sym typeface="Arial"/>
              </a:rPr>
              <a:t>Publication Status(Mandatory)</a:t>
            </a:r>
            <a:endParaRPr/>
          </a:p>
        </p:txBody>
      </p:sp>
      <p:sp>
        <p:nvSpPr>
          <p:cNvPr id="896" name="Google Shape;896;p42"/>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897" name="Google Shape;897;p42"/>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21</a:t>
            </a:fld>
            <a:endParaRPr/>
          </a:p>
        </p:txBody>
      </p:sp>
      <p:sp>
        <p:nvSpPr>
          <p:cNvPr id="899" name="Google Shape;899;p42"/>
          <p:cNvSpPr txBox="1"/>
          <p:nvPr/>
        </p:nvSpPr>
        <p:spPr>
          <a:xfrm>
            <a:off x="990600" y="1390650"/>
            <a:ext cx="16306800" cy="895625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Arial"/>
              <a:buNone/>
            </a:pPr>
            <a:r>
              <a:rPr lang="en-US" sz="2400" b="1" i="0" u="none" dirty="0">
                <a:solidFill>
                  <a:schemeClr val="dk1"/>
                </a:solidFill>
                <a:latin typeface="Arial"/>
                <a:ea typeface="Arial"/>
                <a:cs typeface="Arial"/>
                <a:sym typeface="Arial"/>
              </a:rPr>
              <a:t>Conference Details:</a:t>
            </a:r>
            <a:endParaRPr sz="2400" dirty="0"/>
          </a:p>
          <a:p>
            <a:pPr marL="0" marR="0" lvl="0" indent="0" algn="l" rtl="0">
              <a:lnSpc>
                <a:spcPct val="100000"/>
              </a:lnSpc>
              <a:spcBef>
                <a:spcPts val="0"/>
              </a:spcBef>
              <a:spcAft>
                <a:spcPts val="0"/>
              </a:spcAft>
              <a:buClr>
                <a:schemeClr val="dk1"/>
              </a:buClr>
              <a:buSzPts val="2000"/>
              <a:buFont typeface="Corbel"/>
              <a:buNone/>
            </a:pPr>
            <a:endParaRPr sz="2400" b="0" i="0"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000"/>
              <a:buFont typeface="Arial"/>
              <a:buNone/>
            </a:pPr>
            <a:r>
              <a:rPr lang="en-US" sz="2400" b="1" i="0" u="none" dirty="0">
                <a:solidFill>
                  <a:schemeClr val="dk1"/>
                </a:solidFill>
                <a:latin typeface="Arial"/>
                <a:ea typeface="Arial"/>
                <a:cs typeface="Arial"/>
                <a:sym typeface="Arial"/>
              </a:rPr>
              <a:t>Conference Name:</a:t>
            </a:r>
            <a:r>
              <a:rPr lang="en-US" sz="2400" b="0" i="0" u="none" dirty="0">
                <a:solidFill>
                  <a:schemeClr val="dk1"/>
                </a:solidFill>
                <a:latin typeface="Arial"/>
                <a:ea typeface="Arial"/>
                <a:cs typeface="Arial"/>
                <a:sym typeface="Arial"/>
              </a:rPr>
              <a:t> 4th International Conference on Artificial Intelligence &amp; Machine Learning Applications</a:t>
            </a:r>
            <a:endParaRPr sz="2400" dirty="0"/>
          </a:p>
          <a:p>
            <a:pPr marL="0" marR="0" lvl="0" indent="0" algn="l" rtl="0">
              <a:lnSpc>
                <a:spcPct val="100000"/>
              </a:lnSpc>
              <a:spcBef>
                <a:spcPts val="0"/>
              </a:spcBef>
              <a:spcAft>
                <a:spcPts val="0"/>
              </a:spcAft>
              <a:buClr>
                <a:schemeClr val="dk1"/>
              </a:buClr>
              <a:buSzPts val="2000"/>
              <a:buFont typeface="Arial"/>
              <a:buNone/>
            </a:pPr>
            <a:r>
              <a:rPr lang="en-US" sz="2400" b="1" i="0" u="none" dirty="0">
                <a:solidFill>
                  <a:schemeClr val="dk1"/>
                </a:solidFill>
                <a:latin typeface="Arial"/>
                <a:ea typeface="Arial"/>
                <a:cs typeface="Arial"/>
                <a:sym typeface="Arial"/>
              </a:rPr>
              <a:t>Conference Location:</a:t>
            </a:r>
            <a:r>
              <a:rPr lang="en-US" sz="2400" b="0" i="0" u="none" dirty="0">
                <a:solidFill>
                  <a:schemeClr val="dk1"/>
                </a:solidFill>
                <a:latin typeface="Arial"/>
                <a:ea typeface="Arial"/>
                <a:cs typeface="Arial"/>
                <a:sym typeface="Arial"/>
              </a:rPr>
              <a:t> </a:t>
            </a:r>
            <a:r>
              <a:rPr lang="pt-BR" sz="2400" b="0" i="0" u="none" dirty="0">
                <a:solidFill>
                  <a:schemeClr val="dk1"/>
                </a:solidFill>
                <a:latin typeface="Arial"/>
                <a:ea typeface="Arial"/>
                <a:cs typeface="Arial"/>
                <a:sym typeface="Arial"/>
              </a:rPr>
              <a:t>Tiruchengode, Namakkal, Tamil Nadu, India.</a:t>
            </a:r>
            <a:endParaRPr sz="2400" dirty="0"/>
          </a:p>
          <a:p>
            <a:pPr marL="0" marR="0" lvl="0" indent="0" algn="l" rtl="0">
              <a:lnSpc>
                <a:spcPct val="100000"/>
              </a:lnSpc>
              <a:spcBef>
                <a:spcPts val="0"/>
              </a:spcBef>
              <a:spcAft>
                <a:spcPts val="0"/>
              </a:spcAft>
              <a:buClr>
                <a:schemeClr val="dk1"/>
              </a:buClr>
              <a:buSzPts val="2000"/>
              <a:buFont typeface="Arial"/>
              <a:buNone/>
            </a:pPr>
            <a:r>
              <a:rPr lang="en-US" sz="2400" b="1" i="0" u="none" dirty="0">
                <a:solidFill>
                  <a:schemeClr val="dk1"/>
                </a:solidFill>
                <a:latin typeface="Arial"/>
                <a:ea typeface="Arial"/>
                <a:cs typeface="Arial"/>
                <a:sym typeface="Arial"/>
              </a:rPr>
              <a:t>Conference Dates:</a:t>
            </a:r>
            <a:r>
              <a:rPr lang="en-US" sz="2400" b="0" i="0" u="none" dirty="0">
                <a:solidFill>
                  <a:schemeClr val="dk1"/>
                </a:solidFill>
                <a:latin typeface="Arial"/>
                <a:ea typeface="Arial"/>
                <a:cs typeface="Arial"/>
                <a:sym typeface="Arial"/>
              </a:rPr>
              <a:t> April 16 &amp; 17, 2026</a:t>
            </a:r>
            <a:endParaRPr sz="2400" dirty="0"/>
          </a:p>
          <a:p>
            <a:pPr marL="0" marR="0" lvl="0" indent="0" algn="l" rtl="0">
              <a:lnSpc>
                <a:spcPct val="100000"/>
              </a:lnSpc>
              <a:spcBef>
                <a:spcPts val="0"/>
              </a:spcBef>
              <a:spcAft>
                <a:spcPts val="0"/>
              </a:spcAft>
              <a:buClr>
                <a:schemeClr val="dk1"/>
              </a:buClr>
              <a:buSzPts val="2000"/>
              <a:buFont typeface="Corbel"/>
              <a:buNone/>
            </a:pPr>
            <a:endParaRPr sz="2400" b="0" i="0"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000"/>
              <a:buFont typeface="Arial"/>
              <a:buNone/>
            </a:pPr>
            <a:r>
              <a:rPr lang="en-US" sz="2400" b="1" i="0" u="none" dirty="0">
                <a:solidFill>
                  <a:schemeClr val="dk1"/>
                </a:solidFill>
                <a:latin typeface="Arial"/>
                <a:ea typeface="Arial"/>
                <a:cs typeface="Arial"/>
                <a:sym typeface="Arial"/>
              </a:rPr>
              <a:t>Publication Status:		</a:t>
            </a:r>
            <a:endParaRPr sz="2400" dirty="0"/>
          </a:p>
          <a:p>
            <a:pPr marL="0" marR="0" lvl="0" indent="0" algn="l" rtl="0">
              <a:lnSpc>
                <a:spcPct val="100000"/>
              </a:lnSpc>
              <a:spcBef>
                <a:spcPts val="0"/>
              </a:spcBef>
              <a:spcAft>
                <a:spcPts val="0"/>
              </a:spcAft>
              <a:buClr>
                <a:schemeClr val="dk1"/>
              </a:buClr>
              <a:buSzPts val="2000"/>
              <a:buFont typeface="Corbel"/>
              <a:buNone/>
            </a:pPr>
            <a:endParaRPr sz="2400" b="0" i="0"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000"/>
              <a:buFont typeface="Arial"/>
              <a:buNone/>
            </a:pPr>
            <a:r>
              <a:rPr lang="en-US" sz="2400" b="1" i="0" u="none" dirty="0">
                <a:solidFill>
                  <a:schemeClr val="dk1"/>
                </a:solidFill>
                <a:latin typeface="Arial"/>
                <a:ea typeface="Arial"/>
                <a:cs typeface="Arial"/>
                <a:sym typeface="Arial"/>
              </a:rPr>
              <a:t>Paper Title:</a:t>
            </a:r>
            <a:r>
              <a:rPr lang="en-US" sz="2400" b="0" i="0" u="none" dirty="0">
                <a:solidFill>
                  <a:schemeClr val="dk1"/>
                </a:solidFill>
                <a:latin typeface="Arial"/>
                <a:ea typeface="Arial"/>
                <a:cs typeface="Arial"/>
                <a:sym typeface="Arial"/>
              </a:rPr>
              <a:t> AI-POWERED PREDICTIVE ANALYTICS FRAMEWORK FOR EARLY DIAGNOSIS AND PROGRESSION MONITORING OF VARICOSE VEIN DISORDERS</a:t>
            </a:r>
            <a:endParaRPr sz="2400" dirty="0"/>
          </a:p>
          <a:p>
            <a:pPr marL="0" marR="0" lvl="0" indent="0" algn="l" rtl="0">
              <a:lnSpc>
                <a:spcPct val="100000"/>
              </a:lnSpc>
              <a:spcBef>
                <a:spcPts val="0"/>
              </a:spcBef>
              <a:spcAft>
                <a:spcPts val="0"/>
              </a:spcAft>
              <a:buClr>
                <a:schemeClr val="dk1"/>
              </a:buClr>
              <a:buSzPts val="2000"/>
              <a:buFont typeface="Arial"/>
              <a:buNone/>
            </a:pPr>
            <a:r>
              <a:rPr lang="en-US" sz="2400" b="1" i="0" u="none" dirty="0">
                <a:solidFill>
                  <a:schemeClr val="dk1"/>
                </a:solidFill>
                <a:latin typeface="Arial"/>
                <a:ea typeface="Arial"/>
                <a:cs typeface="Arial"/>
                <a:sym typeface="Arial"/>
              </a:rPr>
              <a:t>Authors:</a:t>
            </a:r>
            <a:r>
              <a:rPr lang="en-US" sz="2400" b="0" i="0" u="none" dirty="0">
                <a:solidFill>
                  <a:schemeClr val="dk1"/>
                </a:solidFill>
                <a:latin typeface="Arial"/>
                <a:ea typeface="Arial"/>
                <a:cs typeface="Arial"/>
                <a:sym typeface="Arial"/>
              </a:rPr>
              <a:t> </a:t>
            </a:r>
            <a:r>
              <a:rPr lang="en-US" sz="2400" dirty="0">
                <a:solidFill>
                  <a:schemeClr val="dk1"/>
                </a:solidFill>
              </a:rPr>
              <a:t>Dr.R.Anandh, Shyaam R.K., Nandha Kumar.T</a:t>
            </a:r>
            <a:endParaRPr sz="2400" dirty="0"/>
          </a:p>
          <a:p>
            <a:pPr marL="0" marR="0" lvl="0" indent="0" algn="l" rtl="0">
              <a:lnSpc>
                <a:spcPct val="100000"/>
              </a:lnSpc>
              <a:spcBef>
                <a:spcPts val="0"/>
              </a:spcBef>
              <a:spcAft>
                <a:spcPts val="0"/>
              </a:spcAft>
              <a:buClr>
                <a:schemeClr val="dk1"/>
              </a:buClr>
              <a:buSzPts val="2000"/>
              <a:buFont typeface="Corbel"/>
              <a:buNone/>
            </a:pPr>
            <a:endParaRPr sz="2400" b="0" i="0"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000"/>
              <a:buFont typeface="Arial"/>
              <a:buNone/>
            </a:pPr>
            <a:r>
              <a:rPr lang="en-US" sz="2400" b="1" i="0" u="none" dirty="0">
                <a:solidFill>
                  <a:schemeClr val="dk1"/>
                </a:solidFill>
                <a:latin typeface="Arial"/>
                <a:ea typeface="Arial"/>
                <a:cs typeface="Arial"/>
                <a:sym typeface="Arial"/>
              </a:rPr>
              <a:t>Status:</a:t>
            </a:r>
            <a:r>
              <a:rPr lang="en-US" sz="2400" b="0" i="0" u="none" dirty="0">
                <a:solidFill>
                  <a:schemeClr val="dk1"/>
                </a:solidFill>
                <a:latin typeface="Arial"/>
                <a:ea typeface="Arial"/>
                <a:cs typeface="Arial"/>
                <a:sym typeface="Arial"/>
              </a:rPr>
              <a:t> </a:t>
            </a:r>
            <a:endParaRPr sz="2400" dirty="0"/>
          </a:p>
          <a:p>
            <a:pPr marL="0" marR="0" lvl="0" indent="0" algn="l" rtl="0">
              <a:lnSpc>
                <a:spcPct val="100000"/>
              </a:lnSpc>
              <a:spcBef>
                <a:spcPts val="0"/>
              </a:spcBef>
              <a:spcAft>
                <a:spcPts val="0"/>
              </a:spcAft>
              <a:buClr>
                <a:schemeClr val="dk1"/>
              </a:buClr>
              <a:buSzPts val="2000"/>
              <a:buFont typeface="Arial"/>
              <a:buNone/>
            </a:pPr>
            <a:r>
              <a:rPr lang="en-US" sz="2400" b="1" i="0" u="none" dirty="0">
                <a:solidFill>
                  <a:schemeClr val="dk1"/>
                </a:solidFill>
                <a:latin typeface="Arial"/>
                <a:ea typeface="Arial"/>
                <a:cs typeface="Arial"/>
                <a:sym typeface="Arial"/>
              </a:rPr>
              <a:t>Accepted:</a:t>
            </a:r>
            <a:r>
              <a:rPr lang="en-US" sz="2400" b="0" i="0" u="none" dirty="0">
                <a:solidFill>
                  <a:schemeClr val="dk1"/>
                </a:solidFill>
                <a:latin typeface="Arial"/>
                <a:ea typeface="Arial"/>
                <a:cs typeface="Arial"/>
                <a:sym typeface="Arial"/>
              </a:rPr>
              <a:t> "Our paper titled 'AI-POWERED PREDICTIVE ANALYTICS FRAMEWORK FOR EARLY DIAGNOSIS AND PROGRESSION MONITORING OF VARICOSE VEIN DISORDERS' has been accepted for publication and presentation at the 4th International Conference on Artificial Intelligence &amp; Machine Learning Applications.</a:t>
            </a:r>
            <a:endParaRPr sz="2400" dirty="0"/>
          </a:p>
          <a:p>
            <a:pPr marL="0" marR="0" lvl="0" indent="0" algn="l" rtl="0">
              <a:lnSpc>
                <a:spcPct val="100000"/>
              </a:lnSpc>
              <a:spcBef>
                <a:spcPts val="0"/>
              </a:spcBef>
              <a:spcAft>
                <a:spcPts val="0"/>
              </a:spcAft>
              <a:buClr>
                <a:schemeClr val="dk1"/>
              </a:buClr>
              <a:buSzPts val="2000"/>
              <a:buFont typeface="Corbel"/>
              <a:buNone/>
            </a:pPr>
            <a:endParaRPr sz="2400" b="0" i="0"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000"/>
              <a:buFont typeface="Arial"/>
              <a:buNone/>
            </a:pPr>
            <a:r>
              <a:rPr lang="en-US" sz="2400" b="1" i="0" u="none" dirty="0">
                <a:solidFill>
                  <a:schemeClr val="dk1"/>
                </a:solidFill>
                <a:latin typeface="Arial"/>
                <a:ea typeface="Arial"/>
                <a:cs typeface="Arial"/>
                <a:sym typeface="Arial"/>
              </a:rPr>
              <a:t>Significance:</a:t>
            </a:r>
            <a:endParaRPr sz="2400" dirty="0"/>
          </a:p>
          <a:p>
            <a:pPr marL="0" marR="0" lvl="0" indent="0" algn="l" rtl="0">
              <a:lnSpc>
                <a:spcPct val="100000"/>
              </a:lnSpc>
              <a:spcBef>
                <a:spcPts val="0"/>
              </a:spcBef>
              <a:spcAft>
                <a:spcPts val="0"/>
              </a:spcAft>
              <a:buClr>
                <a:schemeClr val="dk1"/>
              </a:buClr>
              <a:buSzPts val="2000"/>
              <a:buFont typeface="Corbel"/>
              <a:buNone/>
            </a:pPr>
            <a:endParaRPr sz="2400" b="0" i="0" u="none" dirty="0">
              <a:solidFill>
                <a:schemeClr val="dk1"/>
              </a:solidFill>
              <a:latin typeface="Arial"/>
              <a:ea typeface="Arial"/>
              <a:cs typeface="Arial"/>
              <a:sym typeface="Arial"/>
            </a:endParaRPr>
          </a:p>
          <a:p>
            <a:pPr lvl="0">
              <a:buClr>
                <a:schemeClr val="dk1"/>
              </a:buClr>
              <a:buSzPts val="2000"/>
            </a:pPr>
            <a:r>
              <a:rPr lang="en-US" sz="2400" b="0" i="0" u="none" dirty="0">
                <a:solidFill>
                  <a:schemeClr val="dk1"/>
                </a:solidFill>
                <a:latin typeface="Arial"/>
                <a:ea typeface="Arial"/>
                <a:cs typeface="Arial"/>
                <a:sym typeface="Arial"/>
              </a:rPr>
              <a:t>"Publication in this prestigious conference demonstrates the novelty and impact of our research in the field of </a:t>
            </a:r>
            <a:r>
              <a:rPr lang="en-US" sz="2400" dirty="0"/>
              <a:t>AI in Biomedical Applications. </a:t>
            </a:r>
            <a:r>
              <a:rPr lang="en-US" sz="2400" b="0" i="0" u="none" dirty="0">
                <a:solidFill>
                  <a:schemeClr val="dk1"/>
                </a:solidFill>
                <a:latin typeface="Arial"/>
                <a:ea typeface="Arial"/>
                <a:cs typeface="Arial"/>
                <a:sym typeface="Arial"/>
              </a:rPr>
              <a:t>Presenting at this conference provides valuable feedback from experts and opportunities for collaboration.“</a:t>
            </a:r>
            <a:endParaRPr sz="2400" dirty="0"/>
          </a:p>
          <a:p>
            <a:pPr marL="0" marR="0" lvl="0" indent="0" algn="l" rtl="0">
              <a:lnSpc>
                <a:spcPct val="100000"/>
              </a:lnSpc>
              <a:spcBef>
                <a:spcPts val="0"/>
              </a:spcBef>
              <a:spcAft>
                <a:spcPts val="0"/>
              </a:spcAft>
              <a:buClr>
                <a:schemeClr val="dk1"/>
              </a:buClr>
              <a:buSzPts val="2000"/>
              <a:buFont typeface="Corbel"/>
              <a:buNone/>
            </a:pPr>
            <a:endParaRPr sz="2400" b="0" i="0"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2400" b="0" i="0" u="none" dirty="0">
              <a:solidFill>
                <a:schemeClr val="dk1"/>
              </a:solidFill>
              <a:latin typeface="Arial"/>
              <a:ea typeface="Arial"/>
              <a:cs typeface="Arial"/>
              <a:sym typeface="Arial"/>
            </a:endParaRPr>
          </a:p>
        </p:txBody>
      </p:sp>
      <p:sp>
        <p:nvSpPr>
          <p:cNvPr id="2" name="Google Shape;583;p16">
            <a:extLst>
              <a:ext uri="{FF2B5EF4-FFF2-40B4-BE49-F238E27FC236}">
                <a16:creationId xmlns:a16="http://schemas.microsoft.com/office/drawing/2014/main" id="{1859E5D0-2D09-7304-25A5-4EAC8D940921}"/>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  08               DEPARTMENT OF ARTIFICIAL INTELLIGENCE AND DATA SCIENCE</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p44"/>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917" name="Google Shape;917;p44"/>
          <p:cNvSpPr txBox="1"/>
          <p:nvPr/>
        </p:nvSpPr>
        <p:spPr>
          <a:xfrm>
            <a:off x="1231900" y="204675"/>
            <a:ext cx="14499936" cy="662898"/>
          </a:xfrm>
          <a:prstGeom prst="rect">
            <a:avLst/>
          </a:prstGeom>
          <a:noFill/>
          <a:ln>
            <a:noFill/>
          </a:ln>
        </p:spPr>
        <p:txBody>
          <a:bodyPr spcFirstLastPara="1" wrap="square" lIns="91425" tIns="45700" rIns="91425" bIns="45700" anchor="t" anchorCtr="0">
            <a:spAutoFit/>
          </a:bodyPr>
          <a:lstStyle/>
          <a:p>
            <a:pPr marL="0" marR="0" lvl="0" indent="0" algn="ctr" rtl="0">
              <a:lnSpc>
                <a:spcPct val="102777"/>
              </a:lnSpc>
              <a:spcBef>
                <a:spcPts val="0"/>
              </a:spcBef>
              <a:spcAft>
                <a:spcPts val="0"/>
              </a:spcAft>
              <a:buClr>
                <a:srgbClr val="000000"/>
              </a:buClr>
              <a:buSzPts val="3600"/>
              <a:buFont typeface="Arial"/>
              <a:buNone/>
            </a:pPr>
            <a:r>
              <a:rPr lang="en-US" sz="3600" b="1" i="0" u="none" dirty="0">
                <a:solidFill>
                  <a:srgbClr val="000000"/>
                </a:solidFill>
                <a:latin typeface="Arial"/>
                <a:ea typeface="Arial"/>
                <a:cs typeface="Arial"/>
                <a:sym typeface="Arial"/>
              </a:rPr>
              <a:t>References(</a:t>
            </a:r>
            <a:r>
              <a:rPr lang="en-US" sz="3600" b="1" i="0" u="none" dirty="0">
                <a:solidFill>
                  <a:schemeClr val="dk1"/>
                </a:solidFill>
                <a:latin typeface="Arial"/>
                <a:ea typeface="Arial"/>
                <a:cs typeface="Arial"/>
                <a:sym typeface="Arial"/>
              </a:rPr>
              <a:t>as per IEEE format only)</a:t>
            </a:r>
            <a:endParaRPr dirty="0"/>
          </a:p>
        </p:txBody>
      </p:sp>
      <p:sp>
        <p:nvSpPr>
          <p:cNvPr id="918" name="Google Shape;918;p44"/>
          <p:cNvSpPr txBox="1"/>
          <p:nvPr/>
        </p:nvSpPr>
        <p:spPr>
          <a:xfrm>
            <a:off x="1231900" y="1009923"/>
            <a:ext cx="15427036" cy="8586926"/>
          </a:xfrm>
          <a:prstGeom prst="rect">
            <a:avLst/>
          </a:prstGeom>
          <a:noFill/>
          <a:ln>
            <a:noFill/>
          </a:ln>
        </p:spPr>
        <p:txBody>
          <a:bodyPr spcFirstLastPara="1" wrap="square" lIns="91425" tIns="45700" rIns="91425" bIns="45700" anchor="t" anchorCtr="0">
            <a:spAutoFit/>
          </a:bodyPr>
          <a:lstStyle/>
          <a:p>
            <a:r>
              <a:rPr lang="en-US" sz="2400" dirty="0"/>
              <a:t>[1] L. S. Pugalenthi and C. Garapati, “From Data to Decisions: AI in Varicose Veins—Predicting, Diagnosing, and Guiding Effective Management,” </a:t>
            </a:r>
            <a:r>
              <a:rPr lang="en-US" sz="2400" i="1" dirty="0"/>
              <a:t>J. Vasc. Dis.</a:t>
            </a:r>
            <a:r>
              <a:rPr lang="en-US" sz="2400" dirty="0"/>
              <a:t>, vol. 4, no. 2, p. 19, May 2025.</a:t>
            </a:r>
          </a:p>
          <a:p>
            <a:endParaRPr lang="en-US" sz="2400" dirty="0"/>
          </a:p>
          <a:p>
            <a:r>
              <a:rPr lang="en-US" sz="2400" dirty="0"/>
              <a:t>[2] M. C. Wilkinson </a:t>
            </a:r>
            <a:r>
              <a:rPr lang="en-US" sz="2400" i="1" dirty="0"/>
              <a:t>et al.</a:t>
            </a:r>
            <a:r>
              <a:rPr lang="en-US" sz="2400" dirty="0"/>
              <a:t>, “A review on the current applications of artificial intelligence in venous disease,” </a:t>
            </a:r>
            <a:r>
              <a:rPr lang="en-US" sz="2400" i="1" dirty="0"/>
              <a:t>J. Vasc. Surg.: Venous Lymphat. Disord.</a:t>
            </a:r>
            <a:r>
              <a:rPr lang="en-US" sz="2400" dirty="0"/>
              <a:t>, vol. 3, no. 4, pp. 485–495, Dec. 2025.</a:t>
            </a:r>
          </a:p>
          <a:p>
            <a:endParaRPr lang="en-US" sz="2400" dirty="0"/>
          </a:p>
          <a:p>
            <a:r>
              <a:rPr lang="en-US" sz="2400" dirty="0"/>
              <a:t>[3] S. C. Matei </a:t>
            </a:r>
            <a:r>
              <a:rPr lang="en-US" sz="2400" i="1" dirty="0"/>
              <a:t>et al.</a:t>
            </a:r>
            <a:r>
              <a:rPr lang="en-US" sz="2400" dirty="0"/>
              <a:t>, “Does Artificial Intelligence Bring New Insights in Diagnosing Phlebological Diseases? A Systematic Review,” </a:t>
            </a:r>
            <a:r>
              <a:rPr lang="en-US" sz="2400" i="1" dirty="0"/>
              <a:t>J. Vasc. Surg.: Venous Lymphat. Disord.</a:t>
            </a:r>
            <a:r>
              <a:rPr lang="en-US" sz="2400" dirty="0"/>
              <a:t>, vol. 3, no. 3, pp. 357–365, Mar. 2025.</a:t>
            </a:r>
          </a:p>
          <a:p>
            <a:endParaRPr lang="en-US" sz="2400" dirty="0"/>
          </a:p>
          <a:p>
            <a:r>
              <a:rPr lang="en-US" sz="2400" dirty="0"/>
              <a:t>[4] M. Barulina </a:t>
            </a:r>
            <a:r>
              <a:rPr lang="en-US" sz="2400" i="1" dirty="0"/>
              <a:t>et al.</a:t>
            </a:r>
            <a:r>
              <a:rPr lang="en-US" sz="2400" dirty="0"/>
              <a:t>, “Deep Learning Approaches to Automatic Chronic Venous Disease Classification,” </a:t>
            </a:r>
            <a:r>
              <a:rPr lang="en-US" sz="2400" i="1" dirty="0"/>
              <a:t>Mathematics</a:t>
            </a:r>
            <a:r>
              <a:rPr lang="en-US" sz="2400" dirty="0"/>
              <a:t>, vol. 10, no. 19, p. 3571, Oct. 2022.</a:t>
            </a:r>
          </a:p>
          <a:p>
            <a:endParaRPr lang="en-US" sz="2400" dirty="0"/>
          </a:p>
          <a:p>
            <a:r>
              <a:rPr lang="en-US" sz="2400" dirty="0"/>
              <a:t>[5] A. Tabari </a:t>
            </a:r>
            <a:r>
              <a:rPr lang="en-US" sz="2400" i="1" dirty="0"/>
              <a:t>et al.</a:t>
            </a:r>
            <a:r>
              <a:rPr lang="en-US" sz="2400" dirty="0"/>
              <a:t>, “An artificial intelligence interpretable tool to predict risk of deep vein thrombosis after endovenous thermal ablation,” </a:t>
            </a:r>
            <a:r>
              <a:rPr lang="en-US" sz="2400" i="1" dirty="0"/>
              <a:t>Phlebology</a:t>
            </a:r>
            <a:r>
              <a:rPr lang="en-US" sz="2400" dirty="0"/>
              <a:t>, vol. 40, no. 5, pp. 321–327, May 2025.</a:t>
            </a:r>
          </a:p>
          <a:p>
            <a:endParaRPr lang="en-US" sz="2400" dirty="0"/>
          </a:p>
          <a:p>
            <a:r>
              <a:rPr lang="en-US" sz="2400" dirty="0"/>
              <a:t>[6] B. Oliveira </a:t>
            </a:r>
            <a:r>
              <a:rPr lang="en-US" sz="2400" i="1" dirty="0"/>
              <a:t>et al.</a:t>
            </a:r>
            <a:r>
              <a:rPr lang="en-US" sz="2400" dirty="0"/>
              <a:t>, “A multi-task convolutional neural network for classification and segmentation of chronic venous disorders,” </a:t>
            </a:r>
            <a:r>
              <a:rPr lang="en-US" sz="2400" i="1" dirty="0"/>
              <a:t>Scientific Reports</a:t>
            </a:r>
            <a:r>
              <a:rPr lang="en-US" sz="2400" dirty="0"/>
              <a:t>, vol. 12, no. 1, p. 12345, 2022.</a:t>
            </a:r>
          </a:p>
          <a:p>
            <a:endParaRPr lang="en-US" sz="2400" dirty="0"/>
          </a:p>
          <a:p>
            <a:r>
              <a:rPr lang="en-US" sz="2400" dirty="0"/>
              <a:t>[7] V. Rajathi </a:t>
            </a:r>
            <a:r>
              <a:rPr lang="en-US" sz="2400" i="1" dirty="0"/>
              <a:t>et al.</a:t>
            </a:r>
            <a:r>
              <a:rPr lang="en-US" sz="2400" dirty="0"/>
              <a:t>, “DUTC Net: A novel deep ulcer tissue classification network for varicose ulcer staging,” </a:t>
            </a:r>
            <a:r>
              <a:rPr lang="en-US" sz="2400" i="1" dirty="0"/>
              <a:t>Comput. Biol. Med.</a:t>
            </a:r>
            <a:r>
              <a:rPr lang="en-US" sz="2400" dirty="0"/>
              <a:t>, vol. 145, p. 105389, 2024.</a:t>
            </a:r>
          </a:p>
          <a:p>
            <a:endParaRPr lang="en-US" sz="2400" dirty="0"/>
          </a:p>
          <a:p>
            <a:r>
              <a:rPr lang="en-US" sz="2400" dirty="0"/>
              <a:t>[8] A. Zyada </a:t>
            </a:r>
            <a:r>
              <a:rPr lang="en-US" sz="2400" i="1" dirty="0"/>
              <a:t>et al.</a:t>
            </a:r>
            <a:r>
              <a:rPr lang="en-US" sz="2400" dirty="0"/>
              <a:t>, “How well do different AI language models inform patients about radiofrequency ablation for varicose veins?” </a:t>
            </a:r>
            <a:r>
              <a:rPr lang="en-US" sz="2400" i="1" dirty="0"/>
              <a:t>Cureus</a:t>
            </a:r>
            <a:r>
              <a:rPr lang="en-US" sz="2400" dirty="0"/>
              <a:t>, vol. 15, no. 6, p. e37822, Jun. 2025.</a:t>
            </a:r>
          </a:p>
        </p:txBody>
      </p:sp>
      <p:sp>
        <p:nvSpPr>
          <p:cNvPr id="2" name="Google Shape;583;p16">
            <a:extLst>
              <a:ext uri="{FF2B5EF4-FFF2-40B4-BE49-F238E27FC236}">
                <a16:creationId xmlns:a16="http://schemas.microsoft.com/office/drawing/2014/main" id="{07227918-44D0-3F43-744E-AA98897AFB86}"/>
              </a:ext>
            </a:extLst>
          </p:cNvPr>
          <p:cNvSpPr txBox="1"/>
          <p:nvPr/>
        </p:nvSpPr>
        <p:spPr>
          <a:xfrm>
            <a:off x="5824681" y="9739200"/>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 08                 DEPARTMENT OF ARTIFICIAL INTELLIGENCE AND DATA SCIENCE</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sp>
        <p:nvSpPr>
          <p:cNvPr id="923" name="Google Shape;923;p45"/>
          <p:cNvSpPr txBox="1"/>
          <p:nvPr/>
        </p:nvSpPr>
        <p:spPr>
          <a:xfrm>
            <a:off x="2817812" y="2486025"/>
            <a:ext cx="12990224" cy="2234907"/>
          </a:xfrm>
          <a:prstGeom prst="rect">
            <a:avLst/>
          </a:prstGeom>
          <a:noFill/>
          <a:ln>
            <a:noFill/>
          </a:ln>
        </p:spPr>
        <p:txBody>
          <a:bodyPr spcFirstLastPara="1" wrap="square" lIns="0" tIns="0" rIns="0" bIns="0" anchor="t" anchorCtr="0">
            <a:spAutoFit/>
          </a:bodyPr>
          <a:lstStyle/>
          <a:p>
            <a:pPr marL="0" marR="0" lvl="0" indent="0" algn="ctr" rtl="0">
              <a:lnSpc>
                <a:spcPct val="140776"/>
              </a:lnSpc>
              <a:spcBef>
                <a:spcPts val="0"/>
              </a:spcBef>
              <a:spcAft>
                <a:spcPts val="0"/>
              </a:spcAft>
              <a:buClr>
                <a:srgbClr val="051D40"/>
              </a:buClr>
              <a:buSzPts val="10300"/>
              <a:buFont typeface="Open Sans ExtraBold"/>
              <a:buNone/>
            </a:pPr>
            <a:r>
              <a:rPr lang="en-US" sz="10300" b="1" i="0" u="sng" dirty="0">
                <a:solidFill>
                  <a:srgbClr val="051D40"/>
                </a:solidFill>
                <a:latin typeface="Open Sans ExtraBold"/>
                <a:ea typeface="Open Sans ExtraBold"/>
                <a:cs typeface="Open Sans ExtraBold"/>
                <a:sym typeface="Open Sans ExtraBold"/>
              </a:rPr>
              <a:t>THANK YOU!</a:t>
            </a:r>
            <a:endParaRPr u="sng" dirty="0"/>
          </a:p>
        </p:txBody>
      </p:sp>
      <p:sp>
        <p:nvSpPr>
          <p:cNvPr id="924" name="Google Shape;924;p45"/>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925" name="Google Shape;925;p45"/>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23</a:t>
            </a:fld>
            <a:endParaRPr/>
          </a:p>
        </p:txBody>
      </p:sp>
      <p:sp>
        <p:nvSpPr>
          <p:cNvPr id="2" name="Google Shape;583;p16">
            <a:extLst>
              <a:ext uri="{FF2B5EF4-FFF2-40B4-BE49-F238E27FC236}">
                <a16:creationId xmlns:a16="http://schemas.microsoft.com/office/drawing/2014/main" id="{6602DFE5-2512-2F0A-092F-B1048256B562}"/>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 08                DEPARTMENT OF ARTIFICIAL INTELLIGENCE AND DATA SCIENCE</a:t>
            </a:r>
            <a:endParaRPr dirty="0"/>
          </a:p>
        </p:txBody>
      </p:sp>
    </p:spTree>
  </p:cSld>
  <p:clrMapOvr>
    <a:masterClrMapping/>
  </p:clrMapOvr>
</p:sld>
</file>

<file path=ppt/theme/theme1.xml><?xml version="1.0" encoding="utf-8"?>
<a:theme xmlns:a="http://schemas.openxmlformats.org/drawingml/2006/main" name="2_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123</TotalTime>
  <Words>3281</Words>
  <Application>Microsoft Office PowerPoint</Application>
  <PresentationFormat>Custom</PresentationFormat>
  <Paragraphs>402</Paragraphs>
  <Slides>23</Slides>
  <Notes>23</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23</vt:i4>
      </vt:variant>
    </vt:vector>
  </HeadingPairs>
  <TitlesOfParts>
    <vt:vector size="33" baseType="lpstr">
      <vt:lpstr>Arial</vt:lpstr>
      <vt:lpstr>Corbel</vt:lpstr>
      <vt:lpstr>Noto Sans Symbols</vt:lpstr>
      <vt:lpstr>Open Sans ExtraBold</vt:lpstr>
      <vt:lpstr>Poppins</vt:lpstr>
      <vt:lpstr>Times New Roman</vt:lpstr>
      <vt:lpstr>2_Frame</vt:lpstr>
      <vt:lpstr>Frame</vt:lpstr>
      <vt:lpstr>1_Frame</vt:lpstr>
      <vt:lpstr>3_Frame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rajaprakash s</dc:creator>
  <cp:lastModifiedBy>Shyaam Rk</cp:lastModifiedBy>
  <cp:revision>5</cp:revision>
  <dcterms:modified xsi:type="dcterms:W3CDTF">2026-04-20T08:07:25Z</dcterms:modified>
</cp:coreProperties>
</file>